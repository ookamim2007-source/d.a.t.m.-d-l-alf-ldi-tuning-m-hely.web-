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Century Gothic" panose="020B0502020202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dia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7909561" y="4314328"/>
            <a:ext cx="2910840" cy="374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1371600" y="4323845"/>
            <a:ext cx="640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077200" y="14308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 és tartalom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artalomrész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61722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évkártya">
  <p:cSld name="Névkártya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1024467" y="3648315"/>
            <a:ext cx="10144654" cy="999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7814452" y="378883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685800" y="378883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zakaszfejléc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685800" y="381001"/>
            <a:ext cx="6991492" cy="364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Összehasonlítás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685800" y="3132666"/>
            <a:ext cx="5311775" cy="3086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3"/>
          </p:nvPr>
        </p:nvSpPr>
        <p:spPr>
          <a:xfrm>
            <a:off x="6400800" y="2183802"/>
            <a:ext cx="51054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4"/>
          </p:nvPr>
        </p:nvSpPr>
        <p:spPr>
          <a:xfrm>
            <a:off x="6172200" y="3132666"/>
            <a:ext cx="5334000" cy="3086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sak cím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res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rtalomrész képaláírással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4995582" y="746759"/>
            <a:ext cx="6510618" cy="547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2"/>
          </p:nvPr>
        </p:nvSpPr>
        <p:spPr>
          <a:xfrm>
            <a:off x="685800" y="3124199"/>
            <a:ext cx="4114800" cy="3094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ép képaláírással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>
            <a:spLocks noGrp="1"/>
          </p:cNvSpPr>
          <p:nvPr>
            <p:ph type="pic" idx="2"/>
          </p:nvPr>
        </p:nvSpPr>
        <p:spPr>
          <a:xfrm>
            <a:off x="7861238" y="751241"/>
            <a:ext cx="3644962" cy="5467443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685800" y="3124199"/>
            <a:ext cx="6873240" cy="3094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ámakép képaláírással">
  <p:cSld name="Panorámakép képaláírással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>
            <a:spLocks noGrp="1"/>
          </p:cNvSpPr>
          <p:nvPr>
            <p:ph type="pic" idx="2"/>
          </p:nvPr>
        </p:nvSpPr>
        <p:spPr>
          <a:xfrm>
            <a:off x="681727" y="941439"/>
            <a:ext cx="10821840" cy="3478161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>
            <a:off x="685800" y="5516715"/>
            <a:ext cx="10820400" cy="70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ím és képaláírás">
  <p:cSld name="Cím és képaláírá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1024467" y="3649133"/>
            <a:ext cx="10130516" cy="99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dt" idx="10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ftr" idx="11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dézet képaláírással">
  <p:cSld name="Idézet képaláírással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1303865" y="3365556"/>
            <a:ext cx="9592736" cy="444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2"/>
          </p:nvPr>
        </p:nvSpPr>
        <p:spPr>
          <a:xfrm>
            <a:off x="1024467" y="3959862"/>
            <a:ext cx="10151533" cy="679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dt" idx="10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ftr" idx="11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</a:pPr>
            <a:r>
              <a:rPr lang="hu-HU" sz="8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</a:pPr>
            <a:r>
              <a:rPr lang="hu-HU" sz="8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hasáb">
  <p:cSld name="3 hasáb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2"/>
          </p:nvPr>
        </p:nvSpPr>
        <p:spPr>
          <a:xfrm>
            <a:off x="685799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3"/>
          </p:nvPr>
        </p:nvSpPr>
        <p:spPr>
          <a:xfrm>
            <a:off x="4368800" y="2201333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4"/>
          </p:nvPr>
        </p:nvSpPr>
        <p:spPr>
          <a:xfrm>
            <a:off x="4366858" y="2904067"/>
            <a:ext cx="3456432" cy="3314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body" idx="5"/>
          </p:nvPr>
        </p:nvSpPr>
        <p:spPr>
          <a:xfrm>
            <a:off x="8051800" y="2192866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6"/>
          </p:nvPr>
        </p:nvSpPr>
        <p:spPr>
          <a:xfrm>
            <a:off x="8051801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képhasáb">
  <p:cSld name="3 képhasáb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16"/>
          <p:cNvSpPr>
            <a:spLocks noGrp="1"/>
          </p:cNvSpPr>
          <p:nvPr>
            <p:ph type="pic" idx="2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3137"/>
              </a:srgbClr>
            </a:outerShdw>
          </a:effectLst>
        </p:spPr>
      </p:sp>
      <p:sp>
        <p:nvSpPr>
          <p:cNvPr id="117" name="Google Shape;117;p16"/>
          <p:cNvSpPr txBox="1">
            <a:spLocks noGrp="1"/>
          </p:cNvSpPr>
          <p:nvPr>
            <p:ph type="body" idx="3"/>
          </p:nvPr>
        </p:nvSpPr>
        <p:spPr>
          <a:xfrm>
            <a:off x="688618" y="4873764"/>
            <a:ext cx="3451582" cy="134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4"/>
          </p:nvPr>
        </p:nvSpPr>
        <p:spPr>
          <a:xfrm>
            <a:off x="4374263" y="4191000"/>
            <a:ext cx="3448935" cy="682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9" name="Google Shape;119;p16"/>
          <p:cNvSpPr>
            <a:spLocks noGrp="1"/>
          </p:cNvSpPr>
          <p:nvPr>
            <p:ph type="pic" idx="5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3137"/>
              </a:srgbClr>
            </a:outerShdw>
          </a:effectLst>
        </p:spPr>
      </p:sp>
      <p:sp>
        <p:nvSpPr>
          <p:cNvPr id="120" name="Google Shape;120;p16"/>
          <p:cNvSpPr txBox="1">
            <a:spLocks noGrp="1"/>
          </p:cNvSpPr>
          <p:nvPr>
            <p:ph type="body" idx="6"/>
          </p:nvPr>
        </p:nvSpPr>
        <p:spPr>
          <a:xfrm>
            <a:off x="4374264" y="4873763"/>
            <a:ext cx="3448935" cy="134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7"/>
          </p:nvPr>
        </p:nvSpPr>
        <p:spPr>
          <a:xfrm>
            <a:off x="8049731" y="4191000"/>
            <a:ext cx="3456469" cy="682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16"/>
          <p:cNvSpPr>
            <a:spLocks noGrp="1"/>
          </p:cNvSpPr>
          <p:nvPr>
            <p:ph type="pic" idx="8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3137"/>
              </a:srgbClr>
            </a:outerShdw>
          </a:effectLst>
        </p:spPr>
      </p:sp>
      <p:sp>
        <p:nvSpPr>
          <p:cNvPr id="123" name="Google Shape;123;p16"/>
          <p:cNvSpPr txBox="1">
            <a:spLocks noGrp="1"/>
          </p:cNvSpPr>
          <p:nvPr>
            <p:ph type="body" idx="9"/>
          </p:nvPr>
        </p:nvSpPr>
        <p:spPr>
          <a:xfrm>
            <a:off x="8049731" y="4873761"/>
            <a:ext cx="3452445" cy="134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 és függőleges szöveg" type="vertTx">
  <p:cSld name="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 rot="5400000">
            <a:off x="4083938" y="-1203579"/>
            <a:ext cx="4024125" cy="108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üggőleges cím és szöveg" type="vertTitleAndTx">
  <p:cSld name="VERTICAL_TITLE_AND_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 rot="5400000">
            <a:off x="8525934" y="1667933"/>
            <a:ext cx="390313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body" idx="1"/>
          </p:nvPr>
        </p:nvSpPr>
        <p:spPr>
          <a:xfrm rot="5400000">
            <a:off x="3175000" y="-1405467"/>
            <a:ext cx="3903133" cy="82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dt" idx="10"/>
          </p:nvPr>
        </p:nvSpPr>
        <p:spPr>
          <a:xfrm>
            <a:off x="7814452" y="379941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ftr" idx="11"/>
          </p:nvPr>
        </p:nvSpPr>
        <p:spPr>
          <a:xfrm>
            <a:off x="685800" y="381000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C0-HD-TOP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0" y="0"/>
            <a:ext cx="12192000" cy="14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sz="4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ctrTitle"/>
          </p:nvPr>
        </p:nvSpPr>
        <p:spPr>
          <a:xfrm>
            <a:off x="1371600" y="1560352"/>
            <a:ext cx="7344561" cy="2068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Font typeface="Arial"/>
              <a:buNone/>
            </a:pPr>
            <a:r>
              <a:rPr lang="hu-HU" sz="9600" b="1" i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D.A.T.M.</a:t>
            </a:r>
            <a:endParaRPr sz="96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 txBox="1"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hu-HU"/>
              <a:t>A Dél-Alföldi Tunning Műhely bemutatója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entury Gothic"/>
              <a:buNone/>
            </a:pPr>
            <a:r>
              <a:rPr lang="hu-HU">
                <a:solidFill>
                  <a:schemeClr val="accent1"/>
                </a:solidFill>
              </a:rPr>
              <a:t>AZ OLDAL CÉLJA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4186105" y="479148"/>
            <a:ext cx="4593671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entury Gothic"/>
              <a:buNone/>
            </a:pPr>
            <a:r>
              <a:rPr lang="hu-HU">
                <a:solidFill>
                  <a:schemeClr val="accent1"/>
                </a:solidFill>
              </a:rPr>
              <a:t>AZ OLDAL CÉLJA</a:t>
            </a:r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685800" y="1702966"/>
            <a:ext cx="10820400" cy="451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hu-HU"/>
              <a:t>Az oldal célja a </a:t>
            </a:r>
            <a:r>
              <a:rPr lang="hu-HU">
                <a:solidFill>
                  <a:schemeClr val="accent1"/>
                </a:solidFill>
              </a:rPr>
              <a:t>könnyű</a:t>
            </a:r>
            <a:r>
              <a:rPr lang="hu-HU"/>
              <a:t> , felhasználó </a:t>
            </a:r>
            <a:r>
              <a:rPr lang="hu-HU">
                <a:solidFill>
                  <a:schemeClr val="accent1"/>
                </a:solidFill>
              </a:rPr>
              <a:t>barát</a:t>
            </a:r>
            <a:r>
              <a:rPr lang="hu-HU"/>
              <a:t> , tunning alkatrész árusítás </a:t>
            </a:r>
            <a:r>
              <a:rPr lang="hu-HU">
                <a:solidFill>
                  <a:schemeClr val="accent1"/>
                </a:solidFill>
              </a:rPr>
              <a:t>legexpeditívebb</a:t>
            </a:r>
            <a:r>
              <a:rPr lang="hu-HU"/>
              <a:t> formájának megvalósítása. Ehez hozzá járul azoldalon található alábbi funkciók: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</a:pPr>
            <a:r>
              <a:rPr lang="hu-HU">
                <a:solidFill>
                  <a:schemeClr val="accent1"/>
                </a:solidFill>
              </a:rPr>
              <a:t>Tóth Mór kódjai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</a:pPr>
            <a:r>
              <a:rPr lang="hu-HU">
                <a:solidFill>
                  <a:schemeClr val="accent1"/>
                </a:solidFill>
              </a:rPr>
              <a:t>Bakos Dominik kódjai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</a:pPr>
            <a:r>
              <a:rPr lang="hu-HU">
                <a:solidFill>
                  <a:schemeClr val="accent1"/>
                </a:solidFill>
              </a:rPr>
              <a:t>Farkas Máté kódjai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hu-HU"/>
              <a:t>Ezek a fülek  gépjárműre lebontva </a:t>
            </a:r>
            <a:r>
              <a:rPr lang="hu-HU">
                <a:solidFill>
                  <a:schemeClr val="accent1"/>
                </a:solidFill>
              </a:rPr>
              <a:t>segítik</a:t>
            </a:r>
            <a:r>
              <a:rPr lang="hu-HU"/>
              <a:t> a felhasználó választását.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entury Gothic"/>
              <a:buNone/>
            </a:pPr>
            <a:r>
              <a:rPr lang="hu-HU">
                <a:solidFill>
                  <a:srgbClr val="FF0000"/>
                </a:solidFill>
              </a:rPr>
              <a:t>TÓTH MÓR KÓDJAI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/>
              <a:t>Elmosott háttérkép,</a:t>
            </a:r>
            <a:br>
              <a:rPr lang="hu-HU"/>
            </a:br>
            <a:r>
              <a:rPr lang="hu-HU"/>
              <a:t>blurry hatás</a:t>
            </a:r>
            <a:endParaRPr/>
          </a:p>
        </p:txBody>
      </p:sp>
      <p:pic>
        <p:nvPicPr>
          <p:cNvPr id="169" name="Google Shape;169;p23" title="hat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425" y="1933114"/>
            <a:ext cx="3765181" cy="40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AD4503ED-B672-8605-4D6B-31830773E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607" y="3190080"/>
            <a:ext cx="5664398" cy="27671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/>
              <a:t>Kosár inicializálása és elem hozzáadása </a:t>
            </a:r>
            <a:endParaRPr/>
          </a:p>
        </p:txBody>
      </p:sp>
      <p:pic>
        <p:nvPicPr>
          <p:cNvPr id="177" name="Google Shape;177;p24" title="kosar ket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219" y="2127683"/>
            <a:ext cx="4122762" cy="2027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C32242CE-E0DE-8DBC-07A6-5A5502325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991" y="3193761"/>
            <a:ext cx="6338656" cy="32136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/>
              <a:t>Rendelés rögzítése és a kosár kiürítése </a:t>
            </a:r>
            <a:endParaRPr/>
          </a:p>
        </p:txBody>
      </p:sp>
      <p:pic>
        <p:nvPicPr>
          <p:cNvPr id="185" name="Google Shape;185;p25" title="kos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685" y="1954497"/>
            <a:ext cx="4266646" cy="204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680729D2-8B82-1268-40FA-E31A552FD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795" y="2388148"/>
            <a:ext cx="3847089" cy="37054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/>
              <a:t>Alkatrészek lekérése adatbázisból </a:t>
            </a:r>
            <a:endParaRPr/>
          </a:p>
        </p:txBody>
      </p:sp>
      <p:pic>
        <p:nvPicPr>
          <p:cNvPr id="193" name="Google Shape;193;p26" title="keres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9424" y="4969276"/>
            <a:ext cx="6326776" cy="1526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ED19784B-2F51-CD0B-EAEB-99C8F9BBF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697" y="1693239"/>
            <a:ext cx="6019059" cy="29404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/>
              <a:t>Egyedi CSS görgetősáv </a:t>
            </a:r>
            <a:endParaRPr/>
          </a:p>
        </p:txBody>
      </p:sp>
      <p:pic>
        <p:nvPicPr>
          <p:cNvPr id="201" name="Google Shape;201;p27" title="gorge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645" y="1670699"/>
            <a:ext cx="4437531" cy="4978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A0E6E046-1A85-C82E-EB83-C67B78CD7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578" y="2229671"/>
            <a:ext cx="248413" cy="37272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entury Gothic"/>
              <a:buNone/>
            </a:pPr>
            <a:r>
              <a:rPr lang="hu-HU">
                <a:solidFill>
                  <a:srgbClr val="FF0000"/>
                </a:solidFill>
              </a:rPr>
              <a:t>BAKOS DOMINIK KÓDJAI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xfrm>
            <a:off x="0" y="639316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 dirty="0"/>
              <a:t>Szövegkijelölés és másolás tiltása</a:t>
            </a:r>
            <a:endParaRPr dirty="0"/>
          </a:p>
        </p:txBody>
      </p:sp>
      <p:sp>
        <p:nvSpPr>
          <p:cNvPr id="212" name="Google Shape;212;p29"/>
          <p:cNvSpPr txBox="1">
            <a:spLocks noGrp="1"/>
          </p:cNvSpPr>
          <p:nvPr>
            <p:ph type="body" idx="1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88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endParaRPr dirty="0"/>
          </a:p>
        </p:txBody>
      </p:sp>
      <p:sp>
        <p:nvSpPr>
          <p:cNvPr id="213" name="Google Shape;213;p29"/>
          <p:cNvSpPr txBox="1">
            <a:spLocks noGrp="1"/>
          </p:cNvSpPr>
          <p:nvPr>
            <p:ph type="body" idx="2"/>
          </p:nvPr>
        </p:nvSpPr>
        <p:spPr>
          <a:xfrm>
            <a:off x="61722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88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endParaRPr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1192C27D-4783-4A62-99A9-C9A5F9FE7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79" y="2868796"/>
            <a:ext cx="4360432" cy="2675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>
            <a:spLocks noGrp="1"/>
          </p:cNvSpPr>
          <p:nvPr>
            <p:ph type="title"/>
          </p:nvPr>
        </p:nvSpPr>
        <p:spPr>
          <a:xfrm>
            <a:off x="0" y="-1"/>
            <a:ext cx="7189694" cy="2554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 dirty="0"/>
              <a:t>Videó el </a:t>
            </a:r>
            <a:r>
              <a:rPr lang="hu-HU" dirty="0" err="1"/>
              <a:t>sötétitése</a:t>
            </a:r>
            <a:endParaRPr dirty="0"/>
          </a:p>
        </p:txBody>
      </p:sp>
      <p:sp>
        <p:nvSpPr>
          <p:cNvPr id="219" name="Google Shape;219;p30"/>
          <p:cNvSpPr txBox="1">
            <a:spLocks noGrp="1"/>
          </p:cNvSpPr>
          <p:nvPr>
            <p:ph type="body" idx="1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88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endParaRPr dirty="0"/>
          </a:p>
        </p:txBody>
      </p:sp>
      <p:sp>
        <p:nvSpPr>
          <p:cNvPr id="220" name="Google Shape;220;p30"/>
          <p:cNvSpPr txBox="1">
            <a:spLocks noGrp="1"/>
          </p:cNvSpPr>
          <p:nvPr>
            <p:ph type="body" idx="2"/>
          </p:nvPr>
        </p:nvSpPr>
        <p:spPr>
          <a:xfrm>
            <a:off x="61722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88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endParaRPr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765F45F6-C1E0-4601-894B-48FC0FC7E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36288"/>
            <a:ext cx="3420035" cy="41113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>
            <a:spLocks noGrp="1"/>
          </p:cNvSpPr>
          <p:nvPr>
            <p:ph type="title"/>
          </p:nvPr>
        </p:nvSpPr>
        <p:spPr>
          <a:xfrm>
            <a:off x="448236" y="652645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 dirty="0"/>
              <a:t>Reszponzív nézetek</a:t>
            </a:r>
            <a:endParaRPr dirty="0"/>
          </a:p>
        </p:txBody>
      </p:sp>
      <p:sp>
        <p:nvSpPr>
          <p:cNvPr id="226" name="Google Shape;226;p31"/>
          <p:cNvSpPr txBox="1">
            <a:spLocks noGrp="1"/>
          </p:cNvSpPr>
          <p:nvPr>
            <p:ph type="body" idx="1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88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endParaRPr dirty="0"/>
          </a:p>
        </p:txBody>
      </p:sp>
      <p:sp>
        <p:nvSpPr>
          <p:cNvPr id="227" name="Google Shape;227;p31"/>
          <p:cNvSpPr txBox="1">
            <a:spLocks noGrp="1"/>
          </p:cNvSpPr>
          <p:nvPr>
            <p:ph type="body" idx="2"/>
          </p:nvPr>
        </p:nvSpPr>
        <p:spPr>
          <a:xfrm>
            <a:off x="61722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88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endParaRPr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0E86ED48-739A-4FA5-8089-BBE1A2C15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9317"/>
            <a:ext cx="2178424" cy="55660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 dirty="0"/>
              <a:t>Kép és szöveg </a:t>
            </a:r>
            <a:r>
              <a:rPr lang="hu-HU" dirty="0" err="1"/>
              <a:t>dizájnolása</a:t>
            </a:r>
            <a:endParaRPr dirty="0"/>
          </a:p>
        </p:txBody>
      </p:sp>
      <p:sp>
        <p:nvSpPr>
          <p:cNvPr id="233" name="Google Shape;233;p32"/>
          <p:cNvSpPr txBox="1">
            <a:spLocks noGrp="1"/>
          </p:cNvSpPr>
          <p:nvPr>
            <p:ph type="body" idx="1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88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endParaRPr dirty="0"/>
          </a:p>
        </p:txBody>
      </p:sp>
      <p:sp>
        <p:nvSpPr>
          <p:cNvPr id="234" name="Google Shape;234;p32"/>
          <p:cNvSpPr txBox="1">
            <a:spLocks noGrp="1"/>
          </p:cNvSpPr>
          <p:nvPr>
            <p:ph type="body" idx="2"/>
          </p:nvPr>
        </p:nvSpPr>
        <p:spPr>
          <a:xfrm>
            <a:off x="61722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88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endParaRPr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B2950D6-A7CC-325D-6A15-1E645E554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62" y="898768"/>
            <a:ext cx="2576838" cy="51948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>
            <a:spLocks noGrp="1"/>
          </p:cNvSpPr>
          <p:nvPr>
            <p:ph type="title"/>
          </p:nvPr>
        </p:nvSpPr>
        <p:spPr>
          <a:xfrm>
            <a:off x="0" y="783931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 dirty="0"/>
              <a:t>Világitó effektus </a:t>
            </a:r>
            <a:endParaRPr dirty="0"/>
          </a:p>
        </p:txBody>
      </p:sp>
      <p:sp>
        <p:nvSpPr>
          <p:cNvPr id="240" name="Google Shape;240;p33"/>
          <p:cNvSpPr txBox="1">
            <a:spLocks noGrp="1"/>
          </p:cNvSpPr>
          <p:nvPr>
            <p:ph type="body" idx="1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88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endParaRPr dirty="0"/>
          </a:p>
        </p:txBody>
      </p:sp>
      <p:sp>
        <p:nvSpPr>
          <p:cNvPr id="241" name="Google Shape;241;p33"/>
          <p:cNvSpPr txBox="1">
            <a:spLocks noGrp="1"/>
          </p:cNvSpPr>
          <p:nvPr>
            <p:ph type="body" idx="2"/>
          </p:nvPr>
        </p:nvSpPr>
        <p:spPr>
          <a:xfrm>
            <a:off x="61722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88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endParaRPr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5B062E6A-FDB2-75FE-4549-C0ADD0376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45" y="2452644"/>
            <a:ext cx="5229955" cy="24958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entury Gothic"/>
              <a:buNone/>
            </a:pPr>
            <a:r>
              <a:rPr lang="hu-HU">
                <a:solidFill>
                  <a:srgbClr val="FF0000"/>
                </a:solidFill>
              </a:rPr>
              <a:t>FARKAS MÁTÉ KÓDJAI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 dirty="0"/>
              <a:t>Kód 1</a:t>
            </a:r>
            <a:endParaRPr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8EA16518-8008-44D4-AD3E-ED8C3EDC4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26" y="3339705"/>
            <a:ext cx="11735347" cy="9035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 dirty="0"/>
              <a:t>Kód 2</a:t>
            </a:r>
            <a:endParaRPr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DC242FEA-7572-4914-BD19-E8B154868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36" y="2979906"/>
            <a:ext cx="10229348" cy="89818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 dirty="0"/>
              <a:t>Kód 3</a:t>
            </a:r>
            <a:endParaRPr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E51E7C67-48AD-47A4-A692-3B6C83425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190" y="2453817"/>
            <a:ext cx="8364560" cy="36398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 dirty="0"/>
              <a:t>Kód 4</a:t>
            </a:r>
            <a:endParaRPr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E6C415DE-A000-491D-92DD-458C0E769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24" y="2800262"/>
            <a:ext cx="6351383" cy="32877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hu-HU" dirty="0"/>
              <a:t>Kód 5</a:t>
            </a:r>
            <a:endParaRPr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B498631E-86F5-414B-8772-A3E9A8C8A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51217"/>
            <a:ext cx="12192000" cy="95556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2877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Century Gothic"/>
              <a:buNone/>
            </a:pPr>
            <a:r>
              <a:rPr lang="hu-HU" sz="8000">
                <a:solidFill>
                  <a:schemeClr val="accent1"/>
                </a:solidFill>
              </a:rPr>
              <a:t>KÖSZÖNJÜK A FIGYELMET</a:t>
            </a:r>
            <a:endParaRPr/>
          </a:p>
        </p:txBody>
      </p:sp>
      <p:sp>
        <p:nvSpPr>
          <p:cNvPr id="287" name="Google Shape;287;p40"/>
          <p:cNvSpPr txBox="1">
            <a:spLocks noGrp="1"/>
          </p:cNvSpPr>
          <p:nvPr>
            <p:ph type="body" idx="1"/>
          </p:nvPr>
        </p:nvSpPr>
        <p:spPr>
          <a:xfrm>
            <a:off x="1024467" y="3648315"/>
            <a:ext cx="10144654" cy="999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lang="hu-HU" sz="8000"/>
              <a:t>D-A.T.M. csapata! ☺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ndenzcsík">
  <a:themeElements>
    <a:clrScheme name="Vapor Trail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131</Words>
  <Application>Microsoft Office PowerPoint</Application>
  <PresentationFormat>Szélesvásznú</PresentationFormat>
  <Paragraphs>29</Paragraphs>
  <Slides>22</Slides>
  <Notes>22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5" baseType="lpstr">
      <vt:lpstr>Century Gothic</vt:lpstr>
      <vt:lpstr>Arial</vt:lpstr>
      <vt:lpstr>Kondenzcsík</vt:lpstr>
      <vt:lpstr>D.A.T.M.</vt:lpstr>
      <vt:lpstr>AZ OLDAL CÉLJA</vt:lpstr>
      <vt:lpstr>AZ OLDAL CÉLJA</vt:lpstr>
      <vt:lpstr>TÓTH MÓR KÓDJAI</vt:lpstr>
      <vt:lpstr>Elmosott háttérkép, blurry hatás</vt:lpstr>
      <vt:lpstr>Kosár inicializálása és elem hozzáadása </vt:lpstr>
      <vt:lpstr>Rendelés rögzítése és a kosár kiürítése </vt:lpstr>
      <vt:lpstr>Alkatrészek lekérése adatbázisból </vt:lpstr>
      <vt:lpstr>Egyedi CSS görgetősáv </vt:lpstr>
      <vt:lpstr>BAKOS DOMINIK KÓDJAI</vt:lpstr>
      <vt:lpstr>Szövegkijelölés és másolás tiltása</vt:lpstr>
      <vt:lpstr>Videó el sötétitése</vt:lpstr>
      <vt:lpstr>Reszponzív nézetek</vt:lpstr>
      <vt:lpstr>Kép és szöveg dizájnolása</vt:lpstr>
      <vt:lpstr>Világitó effektus </vt:lpstr>
      <vt:lpstr>FARKAS MÁTÉ KÓDJAI</vt:lpstr>
      <vt:lpstr>Kód 1</vt:lpstr>
      <vt:lpstr>Kód 2</vt:lpstr>
      <vt:lpstr>Kód 3</vt:lpstr>
      <vt:lpstr>Kód 4</vt:lpstr>
      <vt:lpstr>Kód 5</vt:lpstr>
      <vt:lpstr>KÖSZÖNJÜK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D.A.T.M.</dc:title>
  <dc:creator>Tanulo</dc:creator>
  <cp:lastModifiedBy>Tanulo</cp:lastModifiedBy>
  <cp:revision>8</cp:revision>
  <dcterms:modified xsi:type="dcterms:W3CDTF">2026-06-05T10:22:51Z</dcterms:modified>
</cp:coreProperties>
</file>