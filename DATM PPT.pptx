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5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embeddedFontLst>
    <p:embeddedFont>
      <p:font typeface="Century Gothic" panose="020B0502020202020204" pitchFamily="3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2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entury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7909561" y="4314328"/>
            <a:ext cx="2910840" cy="374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1371600" y="4323845"/>
            <a:ext cx="640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077200" y="143086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Névkártya">
  <p:cSld name="Névkártya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5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1024467" y="3648315"/>
            <a:ext cx="10144654" cy="99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dt" idx="10"/>
          </p:nvPr>
        </p:nvSpPr>
        <p:spPr>
          <a:xfrm>
            <a:off x="7814452" y="378883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ftr" idx="11"/>
          </p:nvPr>
        </p:nvSpPr>
        <p:spPr>
          <a:xfrm>
            <a:off x="685800" y="378883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zakaszfejléc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6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ftr" idx="11"/>
          </p:nvPr>
        </p:nvSpPr>
        <p:spPr>
          <a:xfrm>
            <a:off x="685800" y="381001"/>
            <a:ext cx="6991492" cy="364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2"/>
          </p:nvPr>
        </p:nvSpPr>
        <p:spPr>
          <a:xfrm>
            <a:off x="685800" y="3132666"/>
            <a:ext cx="5311775" cy="308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body" idx="3"/>
          </p:nvPr>
        </p:nvSpPr>
        <p:spPr>
          <a:xfrm>
            <a:off x="6400800" y="2183802"/>
            <a:ext cx="51054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body" idx="4"/>
          </p:nvPr>
        </p:nvSpPr>
        <p:spPr>
          <a:xfrm>
            <a:off x="6172200" y="3132666"/>
            <a:ext cx="5334000" cy="308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body" idx="1"/>
          </p:nvPr>
        </p:nvSpPr>
        <p:spPr>
          <a:xfrm>
            <a:off x="4995582" y="746759"/>
            <a:ext cx="6510618" cy="547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body" idx="2"/>
          </p:nvPr>
        </p:nvSpPr>
        <p:spPr>
          <a:xfrm>
            <a:off x="685800" y="3124199"/>
            <a:ext cx="4114800" cy="309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>
            <a:spLocks noGrp="1"/>
          </p:cNvSpPr>
          <p:nvPr>
            <p:ph type="pic" idx="2"/>
          </p:nvPr>
        </p:nvSpPr>
        <p:spPr>
          <a:xfrm>
            <a:off x="7861238" y="751241"/>
            <a:ext cx="3644962" cy="5467443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>
            <a:off x="685800" y="3124199"/>
            <a:ext cx="6873240" cy="309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norámakép képaláírással">
  <p:cSld name="Panorámakép képaláírással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>
            <a:spLocks noGrp="1"/>
          </p:cNvSpPr>
          <p:nvPr>
            <p:ph type="pic" idx="2"/>
          </p:nvPr>
        </p:nvSpPr>
        <p:spPr>
          <a:xfrm>
            <a:off x="681727" y="941439"/>
            <a:ext cx="10821840" cy="3478161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12"/>
          <p:cNvSpPr txBox="1">
            <a:spLocks noGrp="1"/>
          </p:cNvSpPr>
          <p:nvPr>
            <p:ph type="body" idx="1"/>
          </p:nvPr>
        </p:nvSpPr>
        <p:spPr>
          <a:xfrm>
            <a:off x="685800" y="5516715"/>
            <a:ext cx="10820400" cy="701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ím és képaláírás">
  <p:cSld name="Cím és képaláírás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3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body" idx="1"/>
          </p:nvPr>
        </p:nvSpPr>
        <p:spPr>
          <a:xfrm>
            <a:off x="1024467" y="3649133"/>
            <a:ext cx="10130516" cy="999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ftr" idx="11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dézet képaláírással">
  <p:cSld name="Idézet képaláíráss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body" idx="1"/>
          </p:nvPr>
        </p:nvSpPr>
        <p:spPr>
          <a:xfrm>
            <a:off x="1303865" y="3365556"/>
            <a:ext cx="9592736" cy="444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body" idx="2"/>
          </p:nvPr>
        </p:nvSpPr>
        <p:spPr>
          <a:xfrm>
            <a:off x="1024467" y="3959862"/>
            <a:ext cx="10151533" cy="679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ftr" idx="11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entury Gothic"/>
              <a:buNone/>
            </a:pPr>
            <a:r>
              <a:rPr lang="hu-HU" sz="8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“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entury Gothic"/>
              <a:buNone/>
            </a:pPr>
            <a:r>
              <a:rPr lang="hu-HU" sz="8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hasáb">
  <p:cSld name="3 hasáb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5"/>
          <p:cNvSpPr txBox="1"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5" name="Google Shape;105;p15"/>
          <p:cNvSpPr txBox="1">
            <a:spLocks noGrp="1"/>
          </p:cNvSpPr>
          <p:nvPr>
            <p:ph type="body" idx="2"/>
          </p:nvPr>
        </p:nvSpPr>
        <p:spPr>
          <a:xfrm>
            <a:off x="685799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6" name="Google Shape;106;p15"/>
          <p:cNvSpPr txBox="1">
            <a:spLocks noGrp="1"/>
          </p:cNvSpPr>
          <p:nvPr>
            <p:ph type="body" idx="3"/>
          </p:nvPr>
        </p:nvSpPr>
        <p:spPr>
          <a:xfrm>
            <a:off x="4368800" y="2201333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7" name="Google Shape;107;p15"/>
          <p:cNvSpPr txBox="1">
            <a:spLocks noGrp="1"/>
          </p:cNvSpPr>
          <p:nvPr>
            <p:ph type="body" idx="4"/>
          </p:nvPr>
        </p:nvSpPr>
        <p:spPr>
          <a:xfrm>
            <a:off x="4366858" y="2904067"/>
            <a:ext cx="3456432" cy="3314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8" name="Google Shape;108;p15"/>
          <p:cNvSpPr txBox="1">
            <a:spLocks noGrp="1"/>
          </p:cNvSpPr>
          <p:nvPr>
            <p:ph type="body" idx="5"/>
          </p:nvPr>
        </p:nvSpPr>
        <p:spPr>
          <a:xfrm>
            <a:off x="8051800" y="2192866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9" name="Google Shape;109;p15"/>
          <p:cNvSpPr txBox="1">
            <a:spLocks noGrp="1"/>
          </p:cNvSpPr>
          <p:nvPr>
            <p:ph type="body" idx="6"/>
          </p:nvPr>
        </p:nvSpPr>
        <p:spPr>
          <a:xfrm>
            <a:off x="8051801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0" name="Google Shape;110;p15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5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5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képhasáb">
  <p:cSld name="3 képhasáb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6"/>
          <p:cNvSpPr txBox="1"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6" name="Google Shape;116;p16"/>
          <p:cNvSpPr>
            <a:spLocks noGrp="1"/>
          </p:cNvSpPr>
          <p:nvPr>
            <p:ph type="pic" idx="2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3137"/>
              </a:srgbClr>
            </a:outerShdw>
          </a:effectLst>
        </p:spPr>
      </p:sp>
      <p:sp>
        <p:nvSpPr>
          <p:cNvPr id="117" name="Google Shape;117;p16"/>
          <p:cNvSpPr txBox="1">
            <a:spLocks noGrp="1"/>
          </p:cNvSpPr>
          <p:nvPr>
            <p:ph type="body" idx="3"/>
          </p:nvPr>
        </p:nvSpPr>
        <p:spPr>
          <a:xfrm>
            <a:off x="688618" y="4873764"/>
            <a:ext cx="3451582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8" name="Google Shape;118;p16"/>
          <p:cNvSpPr txBox="1">
            <a:spLocks noGrp="1"/>
          </p:cNvSpPr>
          <p:nvPr>
            <p:ph type="body" idx="4"/>
          </p:nvPr>
        </p:nvSpPr>
        <p:spPr>
          <a:xfrm>
            <a:off x="4374263" y="4191000"/>
            <a:ext cx="3448935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9" name="Google Shape;119;p16"/>
          <p:cNvSpPr>
            <a:spLocks noGrp="1"/>
          </p:cNvSpPr>
          <p:nvPr>
            <p:ph type="pic" idx="5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3137"/>
              </a:srgbClr>
            </a:outerShdw>
          </a:effectLst>
        </p:spPr>
      </p:sp>
      <p:sp>
        <p:nvSpPr>
          <p:cNvPr id="120" name="Google Shape;120;p16"/>
          <p:cNvSpPr txBox="1">
            <a:spLocks noGrp="1"/>
          </p:cNvSpPr>
          <p:nvPr>
            <p:ph type="body" idx="6"/>
          </p:nvPr>
        </p:nvSpPr>
        <p:spPr>
          <a:xfrm>
            <a:off x="4374264" y="4873763"/>
            <a:ext cx="3448935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1" name="Google Shape;121;p16"/>
          <p:cNvSpPr txBox="1">
            <a:spLocks noGrp="1"/>
          </p:cNvSpPr>
          <p:nvPr>
            <p:ph type="body" idx="7"/>
          </p:nvPr>
        </p:nvSpPr>
        <p:spPr>
          <a:xfrm>
            <a:off x="8049731" y="4191000"/>
            <a:ext cx="3456469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2" name="Google Shape;122;p16"/>
          <p:cNvSpPr>
            <a:spLocks noGrp="1"/>
          </p:cNvSpPr>
          <p:nvPr>
            <p:ph type="pic" idx="8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3137"/>
              </a:srgbClr>
            </a:outerShdw>
          </a:effectLst>
        </p:spPr>
      </p:sp>
      <p:sp>
        <p:nvSpPr>
          <p:cNvPr id="123" name="Google Shape;123;p16"/>
          <p:cNvSpPr txBox="1">
            <a:spLocks noGrp="1"/>
          </p:cNvSpPr>
          <p:nvPr>
            <p:ph type="body" idx="9"/>
          </p:nvPr>
        </p:nvSpPr>
        <p:spPr>
          <a:xfrm>
            <a:off x="8049731" y="4873761"/>
            <a:ext cx="3452445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4" name="Google Shape;124;p16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6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7"/>
          <p:cNvSpPr txBox="1">
            <a:spLocks noGrp="1"/>
          </p:cNvSpPr>
          <p:nvPr>
            <p:ph type="body" idx="1"/>
          </p:nvPr>
        </p:nvSpPr>
        <p:spPr>
          <a:xfrm rot="5400000">
            <a:off x="4083938" y="-1203579"/>
            <a:ext cx="4024125" cy="108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7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7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7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üggőleges cím és szöveg" type="vertTitleAndTx">
  <p:cSld name="VERTICAL_TITLE_AND_VERTICAL_TEX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8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8"/>
          <p:cNvSpPr txBox="1">
            <a:spLocks noGrp="1"/>
          </p:cNvSpPr>
          <p:nvPr>
            <p:ph type="title"/>
          </p:nvPr>
        </p:nvSpPr>
        <p:spPr>
          <a:xfrm rot="5400000">
            <a:off x="8525934" y="1667933"/>
            <a:ext cx="3903133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8"/>
          <p:cNvSpPr txBox="1">
            <a:spLocks noGrp="1"/>
          </p:cNvSpPr>
          <p:nvPr>
            <p:ph type="body" idx="1"/>
          </p:nvPr>
        </p:nvSpPr>
        <p:spPr>
          <a:xfrm rot="5400000">
            <a:off x="3175000" y="-1405467"/>
            <a:ext cx="3903133" cy="8204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18"/>
          <p:cNvSpPr txBox="1">
            <a:spLocks noGrp="1"/>
          </p:cNvSpPr>
          <p:nvPr>
            <p:ph type="dt" idx="10"/>
          </p:nvPr>
        </p:nvSpPr>
        <p:spPr>
          <a:xfrm>
            <a:off x="7814452" y="379941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ftr" idx="11"/>
          </p:nvPr>
        </p:nvSpPr>
        <p:spPr>
          <a:xfrm>
            <a:off x="685800" y="381000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8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 descr="C0-HD-TOP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0" y="0"/>
            <a:ext cx="12192000" cy="144145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 sz="4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83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9"/>
          <p:cNvSpPr txBox="1">
            <a:spLocks noGrp="1"/>
          </p:cNvSpPr>
          <p:nvPr>
            <p:ph type="ctrTitle"/>
          </p:nvPr>
        </p:nvSpPr>
        <p:spPr>
          <a:xfrm>
            <a:off x="1371600" y="1560352"/>
            <a:ext cx="7344561" cy="2068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600"/>
              <a:buFont typeface="Arial"/>
              <a:buNone/>
            </a:pPr>
            <a:r>
              <a:rPr lang="hu-HU" sz="9600" b="1" i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D.A.T.M.</a:t>
            </a:r>
            <a:endParaRPr sz="9600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9"/>
          <p:cNvSpPr txBox="1"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hu-HU"/>
              <a:t>A Dél-Alföldi Tunning Műhely bemutatója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0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Century Gothic"/>
              <a:buNone/>
            </a:pPr>
            <a:r>
              <a:rPr lang="hu-HU">
                <a:solidFill>
                  <a:schemeClr val="accent1"/>
                </a:solidFill>
              </a:rPr>
              <a:t>AZ OLDAL CÉLJA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/>
          <p:cNvSpPr txBox="1">
            <a:spLocks noGrp="1"/>
          </p:cNvSpPr>
          <p:nvPr>
            <p:ph type="title"/>
          </p:nvPr>
        </p:nvSpPr>
        <p:spPr>
          <a:xfrm>
            <a:off x="4186105" y="479148"/>
            <a:ext cx="4593671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Century Gothic"/>
              <a:buNone/>
            </a:pPr>
            <a:r>
              <a:rPr lang="hu-HU">
                <a:solidFill>
                  <a:schemeClr val="accent1"/>
                </a:solidFill>
              </a:rPr>
              <a:t>AZ OLDAL CÉLJA</a:t>
            </a:r>
            <a:endParaRPr/>
          </a:p>
        </p:txBody>
      </p:sp>
      <p:sp>
        <p:nvSpPr>
          <p:cNvPr id="156" name="Google Shape;156;p21"/>
          <p:cNvSpPr txBox="1">
            <a:spLocks noGrp="1"/>
          </p:cNvSpPr>
          <p:nvPr>
            <p:ph type="body" idx="1"/>
          </p:nvPr>
        </p:nvSpPr>
        <p:spPr>
          <a:xfrm>
            <a:off x="685800" y="1702966"/>
            <a:ext cx="10820400" cy="451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</a:pPr>
            <a:r>
              <a:rPr lang="hu-HU"/>
              <a:t>Az oldal célja a </a:t>
            </a:r>
            <a:r>
              <a:rPr lang="hu-HU">
                <a:solidFill>
                  <a:schemeClr val="accent1"/>
                </a:solidFill>
              </a:rPr>
              <a:t>könnyű</a:t>
            </a:r>
            <a:r>
              <a:rPr lang="hu-HU"/>
              <a:t> , felhasználó </a:t>
            </a:r>
            <a:r>
              <a:rPr lang="hu-HU">
                <a:solidFill>
                  <a:schemeClr val="accent1"/>
                </a:solidFill>
              </a:rPr>
              <a:t>barát</a:t>
            </a:r>
            <a:r>
              <a:rPr lang="hu-HU"/>
              <a:t> , tunning alkatrész árusítás </a:t>
            </a:r>
            <a:r>
              <a:rPr lang="hu-HU">
                <a:solidFill>
                  <a:schemeClr val="accent1"/>
                </a:solidFill>
              </a:rPr>
              <a:t>legexpeditívebb</a:t>
            </a:r>
            <a:r>
              <a:rPr lang="hu-HU"/>
              <a:t> formájának megvalósítása. Ehez hozzá járul azoldalon található alábbi funkciók: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Tóth Mór kódjai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Bakos Dominik kódjai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Farkas Máté kódjai</a:t>
            </a:r>
            <a:endParaRPr/>
          </a:p>
          <a:p>
            <a:pPr marL="4572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hu-HU"/>
              <a:t>Ezek a fülek  gépjárműre lebontva </a:t>
            </a:r>
            <a:r>
              <a:rPr lang="hu-HU">
                <a:solidFill>
                  <a:schemeClr val="accent1"/>
                </a:solidFill>
              </a:rPr>
              <a:t>segítik</a:t>
            </a:r>
            <a:r>
              <a:rPr lang="hu-HU"/>
              <a:t> a felhasználó választását.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TÓTH MÓR KÓDJAI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3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Elmosott háttérkép,</a:t>
            </a:r>
            <a:br>
              <a:rPr lang="hu-HU"/>
            </a:br>
            <a:r>
              <a:rPr lang="hu-HU"/>
              <a:t>blurry hatás</a:t>
            </a:r>
            <a:endParaRPr/>
          </a:p>
        </p:txBody>
      </p:sp>
      <p:pic>
        <p:nvPicPr>
          <p:cNvPr id="169" name="Google Shape;169;p23" title="hatt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2747" y="2057401"/>
            <a:ext cx="3765181" cy="4024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Kosár inicializálása és elem hozzáadása </a:t>
            </a:r>
            <a:endParaRPr/>
          </a:p>
        </p:txBody>
      </p:sp>
      <p:pic>
        <p:nvPicPr>
          <p:cNvPr id="177" name="Google Shape;177;p24" title="kosar ket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2931" y="2438400"/>
            <a:ext cx="6130500" cy="31091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5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Rendelés rögzítése és a kosár kiürítése </a:t>
            </a:r>
            <a:endParaRPr/>
          </a:p>
        </p:txBody>
      </p:sp>
      <p:pic>
        <p:nvPicPr>
          <p:cNvPr id="185" name="Google Shape;185;p25" title="kosa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0259" y="1683853"/>
            <a:ext cx="7956188" cy="4409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Alkatrészek lekérése adatbázisból </a:t>
            </a:r>
            <a:endParaRPr/>
          </a:p>
        </p:txBody>
      </p:sp>
      <p:pic>
        <p:nvPicPr>
          <p:cNvPr id="193" name="Google Shape;193;p26" title="keres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6482" y="2344337"/>
            <a:ext cx="9946341" cy="3036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Egyedi CSS görgetősáv </a:t>
            </a:r>
            <a:endParaRPr/>
          </a:p>
        </p:txBody>
      </p:sp>
      <p:pic>
        <p:nvPicPr>
          <p:cNvPr id="201" name="Google Shape;201;p27" title="gorge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645" y="1670699"/>
            <a:ext cx="4437531" cy="49786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8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BAKOS DOMINIK KÓDJAI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>
            <a:spLocks noGrp="1"/>
          </p:cNvSpPr>
          <p:nvPr>
            <p:ph type="title"/>
          </p:nvPr>
        </p:nvSpPr>
        <p:spPr>
          <a:xfrm>
            <a:off x="0" y="639316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Szövegkijelölés és másolás tiltása</a:t>
            </a:r>
            <a:endParaRPr dirty="0"/>
          </a:p>
        </p:txBody>
      </p:sp>
      <p:sp>
        <p:nvSpPr>
          <p:cNvPr id="212" name="Google Shape;212;p29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13" name="Google Shape;213;p29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1192C27D-4783-4A62-99A9-C9A5F9FE7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79" y="2868796"/>
            <a:ext cx="4360432" cy="26756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>
            <a:spLocks noGrp="1"/>
          </p:cNvSpPr>
          <p:nvPr>
            <p:ph type="title"/>
          </p:nvPr>
        </p:nvSpPr>
        <p:spPr>
          <a:xfrm>
            <a:off x="0" y="-1"/>
            <a:ext cx="7189694" cy="2554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 err="1"/>
              <a:t>Glow</a:t>
            </a:r>
            <a:r>
              <a:rPr lang="hu-HU" dirty="0"/>
              <a:t> effektek és egyedi görgetősáv formázása</a:t>
            </a:r>
            <a:endParaRPr dirty="0"/>
          </a:p>
        </p:txBody>
      </p:sp>
      <p:sp>
        <p:nvSpPr>
          <p:cNvPr id="219" name="Google Shape;219;p30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20" name="Google Shape;220;p30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765F45F6-C1E0-4601-894B-48FC0FC7E4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36288"/>
            <a:ext cx="3420035" cy="41113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1"/>
          <p:cNvSpPr txBox="1">
            <a:spLocks noGrp="1"/>
          </p:cNvSpPr>
          <p:nvPr>
            <p:ph type="title"/>
          </p:nvPr>
        </p:nvSpPr>
        <p:spPr>
          <a:xfrm>
            <a:off x="448236" y="652645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Reszponzív nézetek</a:t>
            </a:r>
            <a:endParaRPr dirty="0"/>
          </a:p>
        </p:txBody>
      </p:sp>
      <p:sp>
        <p:nvSpPr>
          <p:cNvPr id="226" name="Google Shape;226;p31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27" name="Google Shape;227;p31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E86ED48-739A-4FA5-8089-BBE1A2C15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39317"/>
            <a:ext cx="2178424" cy="556603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2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endParaRPr/>
          </a:p>
        </p:txBody>
      </p:sp>
      <p:sp>
        <p:nvSpPr>
          <p:cNvPr id="233" name="Google Shape;233;p32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sp>
        <p:nvSpPr>
          <p:cNvPr id="234" name="Google Shape;234;p32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3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endParaRPr/>
          </a:p>
        </p:txBody>
      </p:sp>
      <p:sp>
        <p:nvSpPr>
          <p:cNvPr id="240" name="Google Shape;240;p33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sp>
        <p:nvSpPr>
          <p:cNvPr id="241" name="Google Shape;241;p33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4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FARKAS MÁTÉ KÓDJAI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1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8EA16518-8008-44D4-AD3E-ED8C3EDC4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326" y="3339705"/>
            <a:ext cx="11735347" cy="9035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6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2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DC242FEA-7572-4914-BD19-E8B154868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936" y="2979906"/>
            <a:ext cx="10229348" cy="89818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3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E51E7C67-48AD-47A4-A692-3B6C83425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9190" y="2453817"/>
            <a:ext cx="8364560" cy="363981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4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E6C415DE-A000-491D-92DD-458C0E769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224" y="2800262"/>
            <a:ext cx="6351383" cy="328777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5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B498631E-86F5-414B-8772-A3E9A8C8A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51217"/>
            <a:ext cx="12192000" cy="95556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2877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Century Gothic"/>
              <a:buNone/>
            </a:pPr>
            <a:r>
              <a:rPr lang="hu-HU" sz="8000">
                <a:solidFill>
                  <a:schemeClr val="accent1"/>
                </a:solidFill>
              </a:rPr>
              <a:t>KÖSZÖNJÜK A FIGYELMET</a:t>
            </a:r>
            <a:endParaRPr/>
          </a:p>
        </p:txBody>
      </p:sp>
      <p:sp>
        <p:nvSpPr>
          <p:cNvPr id="287" name="Google Shape;287;p40"/>
          <p:cNvSpPr txBox="1">
            <a:spLocks noGrp="1"/>
          </p:cNvSpPr>
          <p:nvPr>
            <p:ph type="body" idx="1"/>
          </p:nvPr>
        </p:nvSpPr>
        <p:spPr>
          <a:xfrm>
            <a:off x="1024467" y="3648315"/>
            <a:ext cx="10144654" cy="99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</a:pPr>
            <a:r>
              <a:rPr lang="hu-HU" sz="8000"/>
              <a:t>D-A.T.M. csapata! ☺</a:t>
            </a:r>
            <a:endParaRPr sz="8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ndenzcsík">
  <a:themeElements>
    <a:clrScheme name="Vapor Trail">
      <a:dk1>
        <a:srgbClr val="000000"/>
      </a:dk1>
      <a:lt1>
        <a:srgbClr val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128</Words>
  <Application>Microsoft Office PowerPoint</Application>
  <PresentationFormat>Szélesvásznú</PresentationFormat>
  <Paragraphs>27</Paragraphs>
  <Slides>22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5" baseType="lpstr">
      <vt:lpstr>Century Gothic</vt:lpstr>
      <vt:lpstr>Arial</vt:lpstr>
      <vt:lpstr>Kondenzcsík</vt:lpstr>
      <vt:lpstr>D.A.T.M.</vt:lpstr>
      <vt:lpstr>AZ OLDAL CÉLJA</vt:lpstr>
      <vt:lpstr>AZ OLDAL CÉLJA</vt:lpstr>
      <vt:lpstr>TÓTH MÓR KÓDJAI</vt:lpstr>
      <vt:lpstr>Elmosott háttérkép, blurry hatás</vt:lpstr>
      <vt:lpstr>Kosár inicializálása és elem hozzáadása </vt:lpstr>
      <vt:lpstr>Rendelés rögzítése és a kosár kiürítése </vt:lpstr>
      <vt:lpstr>Alkatrészek lekérése adatbázisból </vt:lpstr>
      <vt:lpstr>Egyedi CSS görgetősáv </vt:lpstr>
      <vt:lpstr>BAKOS DOMINIK KÓDJAI</vt:lpstr>
      <vt:lpstr>Szövegkijelölés és másolás tiltása</vt:lpstr>
      <vt:lpstr>Glow effektek és egyedi görgetősáv formázása</vt:lpstr>
      <vt:lpstr>Reszponzív nézetek</vt:lpstr>
      <vt:lpstr>PowerPoint-bemutató</vt:lpstr>
      <vt:lpstr>PowerPoint-bemutató</vt:lpstr>
      <vt:lpstr>FARKAS MÁTÉ KÓDJAI</vt:lpstr>
      <vt:lpstr>Kód 1</vt:lpstr>
      <vt:lpstr>Kód 2</vt:lpstr>
      <vt:lpstr>Kód 3</vt:lpstr>
      <vt:lpstr>Kód 4</vt:lpstr>
      <vt:lpstr>Kód 5</vt:lpstr>
      <vt:lpstr>KÖSZÖNJÜK A FIGYELMET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D.A.T.M.</dc:title>
  <cp:lastModifiedBy>Tanulo</cp:lastModifiedBy>
  <cp:revision>5</cp:revision>
  <dcterms:modified xsi:type="dcterms:W3CDTF">2026-06-05T08:32:23Z</dcterms:modified>
</cp:coreProperties>
</file>