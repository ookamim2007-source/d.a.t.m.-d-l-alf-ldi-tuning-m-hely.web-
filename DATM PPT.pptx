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83" r:id="rId5"/>
    <p:sldId id="268" r:id="rId6"/>
    <p:sldId id="269" r:id="rId7"/>
    <p:sldId id="270" r:id="rId8"/>
    <p:sldId id="271" r:id="rId9"/>
    <p:sldId id="272" r:id="rId10"/>
    <p:sldId id="284" r:id="rId11"/>
    <p:sldId id="273" r:id="rId12"/>
    <p:sldId id="274" r:id="rId13"/>
    <p:sldId id="275" r:id="rId14"/>
    <p:sldId id="276" r:id="rId15"/>
    <p:sldId id="277" r:id="rId16"/>
    <p:sldId id="285" r:id="rId17"/>
    <p:sldId id="278" r:id="rId18"/>
    <p:sldId id="279" r:id="rId19"/>
    <p:sldId id="280" r:id="rId20"/>
    <p:sldId id="281" r:id="rId21"/>
    <p:sldId id="282" r:id="rId22"/>
    <p:sldId id="26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E1D808E-9EF0-D65A-01E8-A79097E90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</p:spPr>
        <p:txBody>
          <a:bodyPr>
            <a:normAutofit/>
          </a:bodyPr>
          <a:lstStyle/>
          <a:p>
            <a:r>
              <a:rPr lang="hu-HU" sz="9600" b="1" i="0" dirty="0">
                <a:solidFill>
                  <a:schemeClr val="accent1"/>
                </a:solidFill>
                <a:effectLst/>
                <a:latin typeface="Monotxt_IV25" panose="00000400000000000000" pitchFamily="2" charset="0"/>
                <a:cs typeface="Monotxt_IV25" panose="00000400000000000000" pitchFamily="2" charset="0"/>
              </a:rPr>
              <a:t>D.A.T.M.</a:t>
            </a:r>
            <a:endParaRPr lang="hu-HU" sz="9600" dirty="0">
              <a:solidFill>
                <a:schemeClr val="accent1"/>
              </a:solidFill>
              <a:latin typeface="Monotxt_IV25" panose="00000400000000000000" pitchFamily="2" charset="0"/>
              <a:cs typeface="Monotxt_IV25" panose="00000400000000000000" pitchFamily="2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E25210E-8D6B-76C4-BAF9-45AA8C347B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 Dél-Alföldi </a:t>
            </a:r>
            <a:r>
              <a:rPr lang="hu-HU" dirty="0" err="1"/>
              <a:t>Tunning</a:t>
            </a:r>
            <a:r>
              <a:rPr lang="hu-HU" dirty="0"/>
              <a:t> Műhely bemutatója</a:t>
            </a:r>
          </a:p>
        </p:txBody>
      </p:sp>
    </p:spTree>
    <p:extLst>
      <p:ext uri="{BB962C8B-B14F-4D97-AF65-F5344CB8AC3E}">
        <p14:creationId xmlns:p14="http://schemas.microsoft.com/office/powerpoint/2010/main" val="1060653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D70C4F-5B48-1BF9-4EAB-F09729574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Az oldal célja</a:t>
            </a:r>
          </a:p>
        </p:txBody>
      </p:sp>
    </p:spTree>
    <p:extLst>
      <p:ext uri="{BB962C8B-B14F-4D97-AF65-F5344CB8AC3E}">
        <p14:creationId xmlns:p14="http://schemas.microsoft.com/office/powerpoint/2010/main" val="31616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8DA61B-CC06-2C9E-C613-8872030E3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105" y="479148"/>
            <a:ext cx="4593671" cy="1293028"/>
          </a:xfrm>
        </p:spPr>
        <p:txBody>
          <a:bodyPr/>
          <a:lstStyle/>
          <a:p>
            <a:r>
              <a:rPr lang="hu-HU" dirty="0">
                <a:solidFill>
                  <a:schemeClr val="accent1"/>
                </a:solidFill>
              </a:rPr>
              <a:t>Az oldal célja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9DC67E-8251-159F-6077-BB64DC920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702966"/>
            <a:ext cx="10820400" cy="4515720"/>
          </a:xfrm>
        </p:spPr>
        <p:txBody>
          <a:bodyPr>
            <a:normAutofit/>
          </a:bodyPr>
          <a:lstStyle/>
          <a:p>
            <a:r>
              <a:rPr lang="hu-HU" dirty="0"/>
              <a:t>Az oldal célja a </a:t>
            </a:r>
            <a:r>
              <a:rPr lang="hu-HU" dirty="0">
                <a:solidFill>
                  <a:schemeClr val="accent1"/>
                </a:solidFill>
              </a:rPr>
              <a:t>könnyű</a:t>
            </a:r>
            <a:r>
              <a:rPr lang="hu-HU" dirty="0"/>
              <a:t> , felhasználó </a:t>
            </a:r>
            <a:r>
              <a:rPr lang="hu-HU" dirty="0">
                <a:solidFill>
                  <a:schemeClr val="accent1"/>
                </a:solidFill>
              </a:rPr>
              <a:t>barát</a:t>
            </a:r>
            <a:r>
              <a:rPr lang="hu-HU" dirty="0"/>
              <a:t> , </a:t>
            </a:r>
            <a:r>
              <a:rPr lang="hu-HU" dirty="0" err="1"/>
              <a:t>tunning</a:t>
            </a:r>
            <a:r>
              <a:rPr lang="hu-HU" dirty="0"/>
              <a:t> alkatrész árusítás </a:t>
            </a:r>
            <a:r>
              <a:rPr lang="hu-HU" dirty="0" err="1">
                <a:solidFill>
                  <a:schemeClr val="accent1"/>
                </a:solidFill>
              </a:rPr>
              <a:t>legexpeditívebb</a:t>
            </a:r>
            <a:r>
              <a:rPr lang="hu-HU" dirty="0"/>
              <a:t> formájának megvalósítása. </a:t>
            </a:r>
            <a:r>
              <a:rPr lang="hu-HU" dirty="0" err="1"/>
              <a:t>Ehez</a:t>
            </a:r>
            <a:r>
              <a:rPr lang="hu-HU" dirty="0"/>
              <a:t> hozzá járul azoldalon található alábbi funkciók: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Tóth Mór kódjai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Bakos Dominik kódjai</a:t>
            </a:r>
          </a:p>
          <a:p>
            <a:pPr lvl="1"/>
            <a:r>
              <a:rPr lang="hu-HU" dirty="0">
                <a:solidFill>
                  <a:schemeClr val="accent1"/>
                </a:solidFill>
              </a:rPr>
              <a:t>Farkas Máté kódjai</a:t>
            </a:r>
          </a:p>
          <a:p>
            <a:pPr marL="457200" lvl="1" indent="0">
              <a:buNone/>
            </a:pPr>
            <a:r>
              <a:rPr lang="hu-HU" dirty="0"/>
              <a:t>Ezek a fülek  gépjárműre lebontva </a:t>
            </a:r>
            <a:r>
              <a:rPr lang="hu-HU" dirty="0">
                <a:solidFill>
                  <a:schemeClr val="accent1"/>
                </a:solidFill>
              </a:rPr>
              <a:t>segítik</a:t>
            </a:r>
            <a:r>
              <a:rPr lang="hu-HU" dirty="0"/>
              <a:t> a felhasználó választását.</a:t>
            </a:r>
          </a:p>
        </p:txBody>
      </p:sp>
    </p:spTree>
    <p:extLst>
      <p:ext uri="{BB962C8B-B14F-4D97-AF65-F5344CB8AC3E}">
        <p14:creationId xmlns:p14="http://schemas.microsoft.com/office/powerpoint/2010/main" val="2534276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B9CBF3-E32C-41A0-66CA-18EA41E76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rgbClr val="FF0000"/>
                </a:solidFill>
              </a:rPr>
              <a:t>Tóth mór kódjai</a:t>
            </a:r>
          </a:p>
        </p:txBody>
      </p:sp>
    </p:spTree>
    <p:extLst>
      <p:ext uri="{BB962C8B-B14F-4D97-AF65-F5344CB8AC3E}">
        <p14:creationId xmlns:p14="http://schemas.microsoft.com/office/powerpoint/2010/main" val="1513513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9770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3403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8320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758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32926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1E25C2-9935-015D-7764-4C37D08E21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rgbClr val="FF0000"/>
                </a:solidFill>
              </a:rPr>
              <a:t>Bakos Dominik kódjai</a:t>
            </a:r>
          </a:p>
        </p:txBody>
      </p:sp>
    </p:spTree>
    <p:extLst>
      <p:ext uri="{BB962C8B-B14F-4D97-AF65-F5344CB8AC3E}">
        <p14:creationId xmlns:p14="http://schemas.microsoft.com/office/powerpoint/2010/main" val="3716834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75928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1736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69325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1702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0062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742ABC-0D08-98DF-0DD2-B0A7D29BA5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solidFill>
                  <a:srgbClr val="FF0000"/>
                </a:solidFill>
              </a:rPr>
              <a:t>Farkas </a:t>
            </a:r>
            <a:r>
              <a:rPr lang="hu-HU" dirty="0" err="1">
                <a:solidFill>
                  <a:srgbClr val="FF0000"/>
                </a:solidFill>
              </a:rPr>
              <a:t>máté</a:t>
            </a:r>
            <a:r>
              <a:rPr lang="hu-HU" dirty="0">
                <a:solidFill>
                  <a:srgbClr val="FF0000"/>
                </a:solidFill>
              </a:rPr>
              <a:t> kódjai</a:t>
            </a:r>
          </a:p>
        </p:txBody>
      </p:sp>
    </p:spTree>
    <p:extLst>
      <p:ext uri="{BB962C8B-B14F-4D97-AF65-F5344CB8AC3E}">
        <p14:creationId xmlns:p14="http://schemas.microsoft.com/office/powerpoint/2010/main" val="1169427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6481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1047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47234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7543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5D6DBC-91F0-7C6B-8342-305C8BF2F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D0E703-E6B9-3448-425B-030650B1A5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62C6D9F-36A3-E7C8-F7ED-686FA56BD6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076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5C6A10-E8B9-0DCD-BCAB-208EE109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</p:spPr>
        <p:txBody>
          <a:bodyPr>
            <a:normAutofit/>
          </a:bodyPr>
          <a:lstStyle/>
          <a:p>
            <a:pPr algn="ctr"/>
            <a:r>
              <a:rPr lang="hu-HU" sz="8000" dirty="0">
                <a:solidFill>
                  <a:schemeClr val="accent1"/>
                </a:solidFill>
              </a:rPr>
              <a:t>Köszönjük a figyelmet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DEEC053-1868-41A4-AF72-8A457EBAA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Autofit/>
          </a:bodyPr>
          <a:lstStyle/>
          <a:p>
            <a:r>
              <a:rPr lang="hu-HU" sz="8000" dirty="0"/>
              <a:t>D-A.T.M. csapata! </a:t>
            </a:r>
            <a:r>
              <a:rPr lang="hu-HU" sz="8000" dirty="0">
                <a:sym typeface="Wingdings" panose="05000000000000000000" pitchFamily="2" charset="2"/>
              </a:rPr>
              <a:t></a:t>
            </a:r>
            <a:endParaRPr lang="hu-HU" sz="8000" dirty="0"/>
          </a:p>
        </p:txBody>
      </p:sp>
    </p:spTree>
    <p:extLst>
      <p:ext uri="{BB962C8B-B14F-4D97-AF65-F5344CB8AC3E}">
        <p14:creationId xmlns:p14="http://schemas.microsoft.com/office/powerpoint/2010/main" val="698503208"/>
      </p:ext>
    </p:extLst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{1DD35D8E-8B62-405D-B94F-C6F02A509C70}TF49310879-45c6-4d72-870a-c20bc0dca332143e7cf9-4a39f83b9319</Template>
  <TotalTime>118</TotalTime>
  <Words>83</Words>
  <Application>Microsoft Office PowerPoint</Application>
  <PresentationFormat>Szélesvásznú</PresentationFormat>
  <Paragraphs>14</Paragraphs>
  <Slides>22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6" baseType="lpstr">
      <vt:lpstr>Arial</vt:lpstr>
      <vt:lpstr>Century Gothic</vt:lpstr>
      <vt:lpstr>Monotxt_IV25</vt:lpstr>
      <vt:lpstr>Kondenzcsík</vt:lpstr>
      <vt:lpstr>D.A.T.M.</vt:lpstr>
      <vt:lpstr>Az oldal célja</vt:lpstr>
      <vt:lpstr>Az oldal célja</vt:lpstr>
      <vt:lpstr>Tóth mór kódjai</vt:lpstr>
      <vt:lpstr>PowerPoint-bemutató</vt:lpstr>
      <vt:lpstr>PowerPoint-bemutató</vt:lpstr>
      <vt:lpstr>PowerPoint-bemutató</vt:lpstr>
      <vt:lpstr>PowerPoint-bemutató</vt:lpstr>
      <vt:lpstr>PowerPoint-bemutató</vt:lpstr>
      <vt:lpstr>Bakos Dominik kódjai</vt:lpstr>
      <vt:lpstr>PowerPoint-bemutató</vt:lpstr>
      <vt:lpstr>PowerPoint-bemutató</vt:lpstr>
      <vt:lpstr>PowerPoint-bemutató</vt:lpstr>
      <vt:lpstr>PowerPoint-bemutató</vt:lpstr>
      <vt:lpstr>PowerPoint-bemutató</vt:lpstr>
      <vt:lpstr>Farkas máté kódjai</vt:lpstr>
      <vt:lpstr>PowerPoint-bemutató</vt:lpstr>
      <vt:lpstr>PowerPoint-bemutató</vt:lpstr>
      <vt:lpstr>PowerPoint-bemutató</vt:lpstr>
      <vt:lpstr>PowerPoint-bemutató</vt:lpstr>
      <vt:lpstr>PowerPoint-bemutató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dc:creator>Tanulo</dc:creator>
  <cp:lastModifiedBy>Tanulo</cp:lastModifiedBy>
  <cp:revision>3</cp:revision>
  <dcterms:created xsi:type="dcterms:W3CDTF">2026-05-22T09:54:59Z</dcterms:created>
  <dcterms:modified xsi:type="dcterms:W3CDTF">2026-05-29T11:05:36Z</dcterms:modified>
</cp:coreProperties>
</file>