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5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y="6858000" cx="12192000"/>
  <p:notesSz cx="6858000" cy="9144000"/>
  <p:embeddedFontLst>
    <p:embeddedFont>
      <p:font typeface="Century Gothic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font" Target="fonts/CenturyGothic-bold.fntdata"/><Relationship Id="rId27" Type="http://schemas.openxmlformats.org/officeDocument/2006/relationships/font" Target="fonts/CenturyGothic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CenturyGothic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0" Type="http://schemas.openxmlformats.org/officeDocument/2006/relationships/font" Target="fonts/CenturyGothic-bold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dia" type="title">
  <p:cSld name="TITL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0-HD-BTM.png" id="13" name="Google Shape;1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2"/>
          <p:cNvSpPr txBox="1"/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entury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0" type="dt"/>
          </p:nvPr>
        </p:nvSpPr>
        <p:spPr>
          <a:xfrm>
            <a:off x="7909561" y="4314328"/>
            <a:ext cx="2910840" cy="374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1371600" y="4323845"/>
            <a:ext cx="640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077200" y="143086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 és tartalom" type="obj">
  <p:cSld name="OBJECT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body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tartalomrész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0" type="dt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1" type="ftr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évkártya" showMasterSp="0">
  <p:cSld name="Névkártya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0-HD-BTM.png" id="33" name="Google Shape;33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/>
          <p:nvPr>
            <p:ph type="title"/>
          </p:nvPr>
        </p:nvSpPr>
        <p:spPr>
          <a:xfrm>
            <a:off x="1024495" y="1124701"/>
            <a:ext cx="10146186" cy="251183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1024467" y="3648315"/>
            <a:ext cx="10144654" cy="9998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36" name="Google Shape;36;p5"/>
          <p:cNvSpPr txBox="1"/>
          <p:nvPr>
            <p:ph idx="10" type="dt"/>
          </p:nvPr>
        </p:nvSpPr>
        <p:spPr>
          <a:xfrm>
            <a:off x="7814452" y="378883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1" type="ftr"/>
          </p:nvPr>
        </p:nvSpPr>
        <p:spPr>
          <a:xfrm>
            <a:off x="685800" y="378883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zakaszfejléc" showMasterSp="0" type="secHead">
  <p:cSld name="SECTION_HEADER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0-HD-BTM.png" id="40" name="Google Shape;4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6"/>
          <p:cNvSpPr txBox="1"/>
          <p:nvPr>
            <p:ph type="title"/>
          </p:nvPr>
        </p:nvSpPr>
        <p:spPr>
          <a:xfrm>
            <a:off x="685800" y="753533"/>
            <a:ext cx="10820399" cy="280193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1024467" y="3641725"/>
            <a:ext cx="10490200" cy="9556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0" type="dt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685800" y="381001"/>
            <a:ext cx="6991492" cy="3640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Összehasonlítás" type="twoTxTwoObj">
  <p:cSld name="TWO_OBJECTS_WITH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2895600" y="762000"/>
            <a:ext cx="8610600" cy="129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914409" y="2183802"/>
            <a:ext cx="5079991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0" sz="28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7"/>
          <p:cNvSpPr txBox="1"/>
          <p:nvPr>
            <p:ph idx="2" type="body"/>
          </p:nvPr>
        </p:nvSpPr>
        <p:spPr>
          <a:xfrm>
            <a:off x="685800" y="3132666"/>
            <a:ext cx="5311775" cy="30860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7"/>
          <p:cNvSpPr txBox="1"/>
          <p:nvPr>
            <p:ph idx="3" type="body"/>
          </p:nvPr>
        </p:nvSpPr>
        <p:spPr>
          <a:xfrm>
            <a:off x="6400800" y="2183802"/>
            <a:ext cx="5105400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0" sz="28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1" name="Google Shape;51;p7"/>
          <p:cNvSpPr txBox="1"/>
          <p:nvPr>
            <p:ph idx="4" type="body"/>
          </p:nvPr>
        </p:nvSpPr>
        <p:spPr>
          <a:xfrm>
            <a:off x="6172200" y="3132666"/>
            <a:ext cx="5334000" cy="30860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0" type="dt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1" type="ftr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sak cím" type="titleOnly">
  <p:cSld name="TITLE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0" type="dt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1" type="ftr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8"/>
          <p:cNvSpPr txBox="1"/>
          <p:nvPr>
            <p:ph idx="12" type="sldNum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Üres" type="blank">
  <p:cSld name="BLANK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9"/>
          <p:cNvSpPr txBox="1"/>
          <p:nvPr>
            <p:ph idx="10" type="dt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9"/>
          <p:cNvSpPr txBox="1"/>
          <p:nvPr>
            <p:ph idx="11" type="ftr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2" type="sldNum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rtalomrész képaláírással" type="objTx">
  <p:cSld name="OBJECT_WITH_CAPTION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/>
          <p:nvPr>
            <p:ph type="title"/>
          </p:nvPr>
        </p:nvSpPr>
        <p:spPr>
          <a:xfrm>
            <a:off x="685800" y="1524000"/>
            <a:ext cx="41148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" type="body"/>
          </p:nvPr>
        </p:nvSpPr>
        <p:spPr>
          <a:xfrm>
            <a:off x="4995582" y="746759"/>
            <a:ext cx="6510618" cy="54719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2" type="body"/>
          </p:nvPr>
        </p:nvSpPr>
        <p:spPr>
          <a:xfrm>
            <a:off x="685800" y="3124199"/>
            <a:ext cx="4114800" cy="30944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8" name="Google Shape;68;p10"/>
          <p:cNvSpPr txBox="1"/>
          <p:nvPr>
            <p:ph idx="10" type="dt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0"/>
          <p:cNvSpPr txBox="1"/>
          <p:nvPr>
            <p:ph idx="11" type="ftr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ép képaláírással" type="picTx">
  <p:cSld name="PICTURE_WITH_CAPTION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685800" y="1524000"/>
            <a:ext cx="687324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/>
          <p:nvPr>
            <p:ph idx="2" type="pic"/>
          </p:nvPr>
        </p:nvSpPr>
        <p:spPr>
          <a:xfrm>
            <a:off x="7861238" y="751241"/>
            <a:ext cx="3644962" cy="5467443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1"/>
          <p:cNvSpPr txBox="1"/>
          <p:nvPr>
            <p:ph idx="1" type="body"/>
          </p:nvPr>
        </p:nvSpPr>
        <p:spPr>
          <a:xfrm>
            <a:off x="685800" y="3124199"/>
            <a:ext cx="6873240" cy="30944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anorámakép képaláírással">
  <p:cSld name="Panorámakép képaláírással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>
            <a:off x="685777" y="4697360"/>
            <a:ext cx="10822034" cy="81935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/>
          <p:nvPr>
            <p:ph idx="2" type="pic"/>
          </p:nvPr>
        </p:nvSpPr>
        <p:spPr>
          <a:xfrm>
            <a:off x="681727" y="941439"/>
            <a:ext cx="10821840" cy="3478161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685800" y="5516715"/>
            <a:ext cx="10820400" cy="7019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82" name="Google Shape;82;p12"/>
          <p:cNvSpPr txBox="1"/>
          <p:nvPr>
            <p:ph idx="10" type="dt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1" type="ftr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2"/>
          <p:cNvSpPr txBox="1"/>
          <p:nvPr>
            <p:ph idx="12" type="sldNum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 és képaláírás" showMasterSp="0">
  <p:cSld name="Cím és képaláírás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0-HD-BTM.png" id="86" name="Google Shape;86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>
            <p:ph type="title"/>
          </p:nvPr>
        </p:nvSpPr>
        <p:spPr>
          <a:xfrm>
            <a:off x="685800" y="753532"/>
            <a:ext cx="10820400" cy="28024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1024467" y="3649133"/>
            <a:ext cx="10130516" cy="9990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89" name="Google Shape;89;p13"/>
          <p:cNvSpPr txBox="1"/>
          <p:nvPr>
            <p:ph idx="10" type="dt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3"/>
          <p:cNvSpPr txBox="1"/>
          <p:nvPr>
            <p:ph idx="11" type="ftr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3"/>
          <p:cNvSpPr txBox="1"/>
          <p:nvPr>
            <p:ph idx="12" type="sldNum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dézet képaláírással" showMasterSp="0">
  <p:cSld name="Idézet képaláírással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0-HD-BTM.png" id="93" name="Google Shape;9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>
            <p:ph type="title"/>
          </p:nvPr>
        </p:nvSpPr>
        <p:spPr>
          <a:xfrm>
            <a:off x="1024467" y="753533"/>
            <a:ext cx="10151533" cy="26044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1303865" y="3365556"/>
            <a:ext cx="9592736" cy="4444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96" name="Google Shape;96;p14"/>
          <p:cNvSpPr txBox="1"/>
          <p:nvPr>
            <p:ph idx="2" type="body"/>
          </p:nvPr>
        </p:nvSpPr>
        <p:spPr>
          <a:xfrm>
            <a:off x="1024467" y="3959862"/>
            <a:ext cx="10151533" cy="67987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97" name="Google Shape;97;p14"/>
          <p:cNvSpPr txBox="1"/>
          <p:nvPr>
            <p:ph idx="10" type="dt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4"/>
          <p:cNvSpPr txBox="1"/>
          <p:nvPr>
            <p:ph idx="11" type="ftr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14"/>
          <p:cNvSpPr txBox="1"/>
          <p:nvPr>
            <p:ph idx="12" type="sldNum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entury Gothic"/>
              <a:buNone/>
            </a:pPr>
            <a:r>
              <a:rPr b="0" i="0" lang="hu-HU" sz="8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“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entury Gothic"/>
              <a:buNone/>
            </a:pPr>
            <a:r>
              <a:rPr b="0" i="0" lang="hu-HU" sz="8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hasáb">
  <p:cSld name="3 hasáb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/>
          <p:nvPr>
            <p:ph type="title"/>
          </p:nvPr>
        </p:nvSpPr>
        <p:spPr>
          <a:xfrm>
            <a:off x="2895600" y="761999"/>
            <a:ext cx="8610599" cy="13038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15"/>
          <p:cNvSpPr txBox="1"/>
          <p:nvPr>
            <p:ph idx="1" type="body"/>
          </p:nvPr>
        </p:nvSpPr>
        <p:spPr>
          <a:xfrm>
            <a:off x="685800" y="2202080"/>
            <a:ext cx="3456432" cy="617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05" name="Google Shape;105;p15"/>
          <p:cNvSpPr txBox="1"/>
          <p:nvPr>
            <p:ph idx="2" type="body"/>
          </p:nvPr>
        </p:nvSpPr>
        <p:spPr>
          <a:xfrm>
            <a:off x="685799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06" name="Google Shape;106;p15"/>
          <p:cNvSpPr txBox="1"/>
          <p:nvPr>
            <p:ph idx="3" type="body"/>
          </p:nvPr>
        </p:nvSpPr>
        <p:spPr>
          <a:xfrm>
            <a:off x="4368800" y="2201333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07" name="Google Shape;107;p15"/>
          <p:cNvSpPr txBox="1"/>
          <p:nvPr>
            <p:ph idx="4" type="body"/>
          </p:nvPr>
        </p:nvSpPr>
        <p:spPr>
          <a:xfrm>
            <a:off x="4366858" y="2904067"/>
            <a:ext cx="3456432" cy="33146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08" name="Google Shape;108;p15"/>
          <p:cNvSpPr txBox="1"/>
          <p:nvPr>
            <p:ph idx="5" type="body"/>
          </p:nvPr>
        </p:nvSpPr>
        <p:spPr>
          <a:xfrm>
            <a:off x="8051800" y="2192866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09" name="Google Shape;109;p15"/>
          <p:cNvSpPr txBox="1"/>
          <p:nvPr>
            <p:ph idx="6" type="body"/>
          </p:nvPr>
        </p:nvSpPr>
        <p:spPr>
          <a:xfrm>
            <a:off x="8051801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10" name="Google Shape;110;p15"/>
          <p:cNvSpPr txBox="1"/>
          <p:nvPr>
            <p:ph idx="10" type="dt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15"/>
          <p:cNvSpPr txBox="1"/>
          <p:nvPr>
            <p:ph idx="11" type="ftr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p15"/>
          <p:cNvSpPr txBox="1"/>
          <p:nvPr>
            <p:ph idx="12" type="sldNum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képhasáb">
  <p:cSld name="3 képhasáb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2895600" y="762000"/>
            <a:ext cx="8610599" cy="129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688618" y="4191000"/>
            <a:ext cx="3451582" cy="68276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6" name="Google Shape;116;p16"/>
          <p:cNvSpPr/>
          <p:nvPr>
            <p:ph idx="2" type="pic"/>
          </p:nvPr>
        </p:nvSpPr>
        <p:spPr>
          <a:xfrm>
            <a:off x="688618" y="2362200"/>
            <a:ext cx="3451582" cy="1524000"/>
          </a:xfrm>
          <a:prstGeom prst="roundRect">
            <a:avLst>
              <a:gd fmla="val 0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3137"/>
              </a:srgbClr>
            </a:outerShdw>
          </a:effectLst>
        </p:spPr>
      </p:sp>
      <p:sp>
        <p:nvSpPr>
          <p:cNvPr id="117" name="Google Shape;117;p16"/>
          <p:cNvSpPr txBox="1"/>
          <p:nvPr>
            <p:ph idx="3" type="body"/>
          </p:nvPr>
        </p:nvSpPr>
        <p:spPr>
          <a:xfrm>
            <a:off x="688618" y="4873764"/>
            <a:ext cx="3451582" cy="13449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18" name="Google Shape;118;p16"/>
          <p:cNvSpPr txBox="1"/>
          <p:nvPr>
            <p:ph idx="4" type="body"/>
          </p:nvPr>
        </p:nvSpPr>
        <p:spPr>
          <a:xfrm>
            <a:off x="4374263" y="4191000"/>
            <a:ext cx="3448935" cy="68276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9" name="Google Shape;119;p16"/>
          <p:cNvSpPr/>
          <p:nvPr>
            <p:ph idx="5" type="pic"/>
          </p:nvPr>
        </p:nvSpPr>
        <p:spPr>
          <a:xfrm>
            <a:off x="4374263" y="2362200"/>
            <a:ext cx="3448936" cy="1524000"/>
          </a:xfrm>
          <a:prstGeom prst="roundRect">
            <a:avLst>
              <a:gd fmla="val 0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3137"/>
              </a:srgbClr>
            </a:outerShdw>
          </a:effectLst>
        </p:spPr>
      </p:sp>
      <p:sp>
        <p:nvSpPr>
          <p:cNvPr id="120" name="Google Shape;120;p16"/>
          <p:cNvSpPr txBox="1"/>
          <p:nvPr>
            <p:ph idx="6" type="body"/>
          </p:nvPr>
        </p:nvSpPr>
        <p:spPr>
          <a:xfrm>
            <a:off x="4374264" y="4873763"/>
            <a:ext cx="3448935" cy="13449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21" name="Google Shape;121;p16"/>
          <p:cNvSpPr txBox="1"/>
          <p:nvPr>
            <p:ph idx="7" type="body"/>
          </p:nvPr>
        </p:nvSpPr>
        <p:spPr>
          <a:xfrm>
            <a:off x="8049731" y="4191000"/>
            <a:ext cx="3456469" cy="68276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0" sz="2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2" name="Google Shape;122;p16"/>
          <p:cNvSpPr/>
          <p:nvPr>
            <p:ph idx="8" type="pic"/>
          </p:nvPr>
        </p:nvSpPr>
        <p:spPr>
          <a:xfrm>
            <a:off x="8049855" y="2362200"/>
            <a:ext cx="3447878" cy="1524000"/>
          </a:xfrm>
          <a:prstGeom prst="roundRect">
            <a:avLst>
              <a:gd fmla="val 0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3137"/>
              </a:srgbClr>
            </a:outerShdw>
          </a:effectLst>
        </p:spPr>
      </p:sp>
      <p:sp>
        <p:nvSpPr>
          <p:cNvPr id="123" name="Google Shape;123;p16"/>
          <p:cNvSpPr txBox="1"/>
          <p:nvPr>
            <p:ph idx="9" type="body"/>
          </p:nvPr>
        </p:nvSpPr>
        <p:spPr>
          <a:xfrm>
            <a:off x="8049731" y="4873761"/>
            <a:ext cx="3452445" cy="13449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24" name="Google Shape;124;p16"/>
          <p:cNvSpPr txBox="1"/>
          <p:nvPr>
            <p:ph idx="10" type="dt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6"/>
          <p:cNvSpPr txBox="1"/>
          <p:nvPr>
            <p:ph idx="11" type="ftr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16"/>
          <p:cNvSpPr txBox="1"/>
          <p:nvPr>
            <p:ph idx="12" type="sldNum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ím és függőleges szöveg" type="vertTx">
  <p:cSld name="VERTICAL_TEXT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7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17"/>
          <p:cNvSpPr txBox="1"/>
          <p:nvPr>
            <p:ph idx="1" type="body"/>
          </p:nvPr>
        </p:nvSpPr>
        <p:spPr>
          <a:xfrm rot="5400000">
            <a:off x="4083938" y="-1203579"/>
            <a:ext cx="4024125" cy="108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17"/>
          <p:cNvSpPr txBox="1"/>
          <p:nvPr>
            <p:ph idx="10" type="dt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7"/>
          <p:cNvSpPr txBox="1"/>
          <p:nvPr>
            <p:ph idx="11" type="ftr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17"/>
          <p:cNvSpPr txBox="1"/>
          <p:nvPr>
            <p:ph idx="12" type="sldNum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üggőleges cím és szöveg" showMasterSp="0" type="vertTitleAndTx">
  <p:cSld name="VERTICAL_TITLE_AND_VERTICAL_TEXT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0-HD-BTM.png" id="134" name="Google Shape;134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8"/>
          <p:cNvSpPr txBox="1"/>
          <p:nvPr>
            <p:ph type="title"/>
          </p:nvPr>
        </p:nvSpPr>
        <p:spPr>
          <a:xfrm rot="5400000">
            <a:off x="8525934" y="1667933"/>
            <a:ext cx="3903133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8"/>
          <p:cNvSpPr txBox="1"/>
          <p:nvPr>
            <p:ph idx="1" type="body"/>
          </p:nvPr>
        </p:nvSpPr>
        <p:spPr>
          <a:xfrm rot="5400000">
            <a:off x="3175000" y="-1405467"/>
            <a:ext cx="3903133" cy="82042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7" name="Google Shape;137;p18"/>
          <p:cNvSpPr txBox="1"/>
          <p:nvPr>
            <p:ph idx="10" type="dt"/>
          </p:nvPr>
        </p:nvSpPr>
        <p:spPr>
          <a:xfrm>
            <a:off x="7814452" y="379941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18"/>
          <p:cNvSpPr txBox="1"/>
          <p:nvPr>
            <p:ph idx="11" type="ftr"/>
          </p:nvPr>
        </p:nvSpPr>
        <p:spPr>
          <a:xfrm>
            <a:off x="685800" y="381000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18"/>
          <p:cNvSpPr txBox="1"/>
          <p:nvPr>
            <p:ph idx="12" type="sldNum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4.xml"/><Relationship Id="rId19" Type="http://schemas.openxmlformats.org/officeDocument/2006/relationships/theme" Target="../theme/theme1.xml"/><Relationship Id="rId6" Type="http://schemas.openxmlformats.org/officeDocument/2006/relationships/slideLayout" Target="../slideLayouts/slideLayout5.xml"/><Relationship Id="rId18" Type="http://schemas.openxmlformats.org/officeDocument/2006/relationships/slideLayout" Target="../slideLayouts/slideLayout17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0-HD-TOP.png" id="6" name="Google Shape;6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192000" cy="144145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 b="0" i="0" sz="4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Char char="•"/>
              <a:defRPr b="0" i="0" sz="22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302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-3302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-3302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-3302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0" type="dt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5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1" type="ftr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5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2" type="sldNum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5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9"/>
          <p:cNvSpPr txBox="1"/>
          <p:nvPr>
            <p:ph type="ctrTitle"/>
          </p:nvPr>
        </p:nvSpPr>
        <p:spPr>
          <a:xfrm>
            <a:off x="1371600" y="1560352"/>
            <a:ext cx="7344561" cy="20681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600"/>
              <a:buFont typeface="Arial"/>
              <a:buNone/>
            </a:pPr>
            <a:r>
              <a:rPr b="1" i="0" lang="hu-HU" sz="96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D.A.T.M.</a:t>
            </a:r>
            <a:endParaRPr sz="9600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9"/>
          <p:cNvSpPr txBox="1"/>
          <p:nvPr>
            <p:ph idx="1" type="subTitle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hu-HU"/>
              <a:t>A Dél-Alföldi Tunning Műhely bemutatója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0"/>
          <p:cNvSpPr txBox="1"/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Century Gothic"/>
              <a:buNone/>
            </a:pPr>
            <a:r>
              <a:rPr lang="hu-HU">
                <a:solidFill>
                  <a:schemeClr val="accent1"/>
                </a:solidFill>
              </a:rPr>
              <a:t>AZ OLDAL CÉLJA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1"/>
          <p:cNvSpPr txBox="1"/>
          <p:nvPr>
            <p:ph type="title"/>
          </p:nvPr>
        </p:nvSpPr>
        <p:spPr>
          <a:xfrm>
            <a:off x="4186105" y="479148"/>
            <a:ext cx="4593671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Century Gothic"/>
              <a:buNone/>
            </a:pPr>
            <a:r>
              <a:rPr lang="hu-HU">
                <a:solidFill>
                  <a:schemeClr val="accent1"/>
                </a:solidFill>
              </a:rPr>
              <a:t>AZ OLDAL CÉLJA</a:t>
            </a:r>
            <a:endParaRPr/>
          </a:p>
        </p:txBody>
      </p:sp>
      <p:sp>
        <p:nvSpPr>
          <p:cNvPr id="156" name="Google Shape;156;p21"/>
          <p:cNvSpPr txBox="1"/>
          <p:nvPr>
            <p:ph idx="1" type="body"/>
          </p:nvPr>
        </p:nvSpPr>
        <p:spPr>
          <a:xfrm>
            <a:off x="685800" y="1702966"/>
            <a:ext cx="10820400" cy="4515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</a:pPr>
            <a:r>
              <a:rPr lang="hu-HU"/>
              <a:t>Az oldal célja a </a:t>
            </a:r>
            <a:r>
              <a:rPr lang="hu-HU">
                <a:solidFill>
                  <a:schemeClr val="accent1"/>
                </a:solidFill>
              </a:rPr>
              <a:t>könnyű</a:t>
            </a:r>
            <a:r>
              <a:rPr lang="hu-HU"/>
              <a:t> , felhasználó </a:t>
            </a:r>
            <a:r>
              <a:rPr lang="hu-HU">
                <a:solidFill>
                  <a:schemeClr val="accent1"/>
                </a:solidFill>
              </a:rPr>
              <a:t>barát</a:t>
            </a:r>
            <a:r>
              <a:rPr lang="hu-HU"/>
              <a:t> , tunning alkatrész árusítás </a:t>
            </a:r>
            <a:r>
              <a:rPr lang="hu-HU">
                <a:solidFill>
                  <a:schemeClr val="accent1"/>
                </a:solidFill>
              </a:rPr>
              <a:t>legexpeditívebb</a:t>
            </a:r>
            <a:r>
              <a:rPr lang="hu-HU"/>
              <a:t> formájának megvalósítása. Ehez hozzá járul azoldalon található alábbi funkciók: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Tóth Mór kódjai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Bakos Dominik kódjai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Farkas Máté kódjai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hu-HU"/>
              <a:t>Ezek a fülek  gépjárműre lebontva </a:t>
            </a:r>
            <a:r>
              <a:rPr lang="hu-HU">
                <a:solidFill>
                  <a:schemeClr val="accent1"/>
                </a:solidFill>
              </a:rPr>
              <a:t>segítik</a:t>
            </a:r>
            <a:r>
              <a:rPr lang="hu-HU"/>
              <a:t> a felhasználó választását.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TÓTH MÓR KÓDJAI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3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Elmosott háttérkép,</a:t>
            </a:r>
            <a:br>
              <a:rPr lang="hu-HU"/>
            </a:br>
            <a:r>
              <a:rPr lang="hu-HU"/>
              <a:t>blurry hatás</a:t>
            </a:r>
            <a:endParaRPr/>
          </a:p>
        </p:txBody>
      </p:sp>
      <p:sp>
        <p:nvSpPr>
          <p:cNvPr id="167" name="Google Shape;167;p23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68" name="Google Shape;168;p23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69" name="Google Shape;169;p23" title="hatt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6088" y="1723339"/>
            <a:ext cx="4213425" cy="4966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4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Kosár inicializálása és elem hozzáadása </a:t>
            </a:r>
            <a:endParaRPr/>
          </a:p>
        </p:txBody>
      </p:sp>
      <p:sp>
        <p:nvSpPr>
          <p:cNvPr id="175" name="Google Shape;175;p24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76" name="Google Shape;176;p24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77" name="Google Shape;177;p24" title="kosar ket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5801" y="2910488"/>
            <a:ext cx="5111275" cy="25922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5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Rendelés rögzítése és a kosár kiürítése </a:t>
            </a:r>
            <a:endParaRPr/>
          </a:p>
        </p:txBody>
      </p:sp>
      <p:sp>
        <p:nvSpPr>
          <p:cNvPr id="183" name="Google Shape;183;p25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84" name="Google Shape;184;p25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85" name="Google Shape;185;p25" title="kosa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5788" y="2625463"/>
            <a:ext cx="5705475" cy="316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Alkatrészek lekérése adatbázisból </a:t>
            </a:r>
            <a:endParaRPr/>
          </a:p>
        </p:txBody>
      </p:sp>
      <p:sp>
        <p:nvSpPr>
          <p:cNvPr id="191" name="Google Shape;191;p26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92" name="Google Shape;192;p26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93" name="Google Shape;193;p26" title="keres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5800" y="3257638"/>
            <a:ext cx="6217025" cy="189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Egyedi CSS görgetősáv </a:t>
            </a:r>
            <a:endParaRPr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00" name="Google Shape;200;p27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01" name="Google Shape;201;p27" title="gorge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9175" y="2104500"/>
            <a:ext cx="3747250" cy="4204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8"/>
          <p:cNvSpPr txBox="1"/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BAKOS DOMINIK KÓDJAI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t/>
            </a:r>
            <a:endParaRPr/>
          </a:p>
        </p:txBody>
      </p:sp>
      <p:sp>
        <p:nvSpPr>
          <p:cNvPr id="212" name="Google Shape;212;p29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13" name="Google Shape;213;p29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t/>
            </a:r>
            <a:endParaRPr/>
          </a:p>
        </p:txBody>
      </p:sp>
      <p:sp>
        <p:nvSpPr>
          <p:cNvPr id="219" name="Google Shape;219;p30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20" name="Google Shape;220;p30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1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t/>
            </a:r>
            <a:endParaRPr/>
          </a:p>
        </p:txBody>
      </p:sp>
      <p:sp>
        <p:nvSpPr>
          <p:cNvPr id="226" name="Google Shape;226;p31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27" name="Google Shape;227;p31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2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t/>
            </a:r>
            <a:endParaRPr/>
          </a:p>
        </p:txBody>
      </p:sp>
      <p:sp>
        <p:nvSpPr>
          <p:cNvPr id="233" name="Google Shape;233;p32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34" name="Google Shape;234;p32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3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t/>
            </a:r>
            <a:endParaRPr/>
          </a:p>
        </p:txBody>
      </p:sp>
      <p:sp>
        <p:nvSpPr>
          <p:cNvPr id="240" name="Google Shape;240;p33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4"/>
          <p:cNvSpPr txBox="1"/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FARKAS MÁTÉ KÓDJAI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5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t/>
            </a:r>
            <a:endParaRPr/>
          </a:p>
        </p:txBody>
      </p:sp>
      <p:sp>
        <p:nvSpPr>
          <p:cNvPr id="252" name="Google Shape;252;p35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53" name="Google Shape;253;p35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6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t/>
            </a:r>
            <a:endParaRPr/>
          </a:p>
        </p:txBody>
      </p:sp>
      <p:sp>
        <p:nvSpPr>
          <p:cNvPr id="259" name="Google Shape;259;p36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60" name="Google Shape;260;p36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7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t/>
            </a:r>
            <a:endParaRPr/>
          </a:p>
        </p:txBody>
      </p:sp>
      <p:sp>
        <p:nvSpPr>
          <p:cNvPr id="266" name="Google Shape;266;p37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67" name="Google Shape;267;p37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t/>
            </a:r>
            <a:endParaRPr/>
          </a:p>
        </p:txBody>
      </p:sp>
      <p:sp>
        <p:nvSpPr>
          <p:cNvPr id="273" name="Google Shape;273;p38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74" name="Google Shape;274;p38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t/>
            </a:r>
            <a:endParaRPr/>
          </a:p>
        </p:txBody>
      </p:sp>
      <p:sp>
        <p:nvSpPr>
          <p:cNvPr id="280" name="Google Shape;280;p39"/>
          <p:cNvSpPr txBox="1"/>
          <p:nvPr>
            <p:ph idx="1" type="body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81" name="Google Shape;281;p39"/>
          <p:cNvSpPr txBox="1"/>
          <p:nvPr>
            <p:ph idx="2" type="body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889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0"/>
          <p:cNvSpPr txBox="1"/>
          <p:nvPr>
            <p:ph type="title"/>
          </p:nvPr>
        </p:nvSpPr>
        <p:spPr>
          <a:xfrm>
            <a:off x="0" y="1"/>
            <a:ext cx="12192000" cy="287742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Century Gothic"/>
              <a:buNone/>
            </a:pPr>
            <a:r>
              <a:rPr lang="hu-HU" sz="8000">
                <a:solidFill>
                  <a:schemeClr val="accent1"/>
                </a:solidFill>
              </a:rPr>
              <a:t>KÖSZÖNJÜK A FIGYELMET</a:t>
            </a:r>
            <a:endParaRPr/>
          </a:p>
        </p:txBody>
      </p:sp>
      <p:sp>
        <p:nvSpPr>
          <p:cNvPr id="287" name="Google Shape;287;p40"/>
          <p:cNvSpPr txBox="1"/>
          <p:nvPr>
            <p:ph idx="1" type="body"/>
          </p:nvPr>
        </p:nvSpPr>
        <p:spPr>
          <a:xfrm>
            <a:off x="1024467" y="3648315"/>
            <a:ext cx="10144654" cy="9998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</a:pPr>
            <a:r>
              <a:rPr lang="hu-HU" sz="8000"/>
              <a:t>D-A.T.M. csapata! ☺</a:t>
            </a:r>
            <a:endParaRPr sz="8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Kondenzcsík">
  <a:themeElements>
    <a:clrScheme name="Vapor Trail">
      <a:dk1>
        <a:srgbClr val="000000"/>
      </a:dk1>
      <a:lt1>
        <a:srgbClr val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