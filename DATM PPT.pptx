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8" r:id="rId5"/>
    <p:sldId id="259" r:id="rId6"/>
    <p:sldId id="261" r:id="rId7"/>
    <p:sldId id="263" r:id="rId8"/>
    <p:sldId id="264" r:id="rId9"/>
    <p:sldId id="266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E1D808E-9EF0-D65A-01E8-A79097E907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1560352"/>
            <a:ext cx="7344561" cy="2068149"/>
          </a:xfrm>
        </p:spPr>
        <p:txBody>
          <a:bodyPr>
            <a:normAutofit/>
          </a:bodyPr>
          <a:lstStyle/>
          <a:p>
            <a:r>
              <a:rPr lang="hu-HU" sz="9600" b="1" i="0" dirty="0">
                <a:solidFill>
                  <a:schemeClr val="accent1"/>
                </a:solidFill>
                <a:effectLst/>
                <a:latin typeface="Monotxt_IV25" panose="00000400000000000000" pitchFamily="2" charset="0"/>
                <a:cs typeface="Monotxt_IV25" panose="00000400000000000000" pitchFamily="2" charset="0"/>
              </a:rPr>
              <a:t>D.A.T.M.</a:t>
            </a:r>
            <a:endParaRPr lang="hu-HU" sz="9600" dirty="0">
              <a:solidFill>
                <a:schemeClr val="accent1"/>
              </a:solidFill>
              <a:latin typeface="Monotxt_IV25" panose="00000400000000000000" pitchFamily="2" charset="0"/>
              <a:cs typeface="Monotxt_IV25" panose="00000400000000000000" pitchFamily="2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E25210E-8D6B-76C4-BAF9-45AA8C347B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A Dél-Alföldi </a:t>
            </a:r>
            <a:r>
              <a:rPr lang="hu-HU" dirty="0" err="1"/>
              <a:t>Tunning</a:t>
            </a:r>
            <a:r>
              <a:rPr lang="hu-HU" dirty="0"/>
              <a:t> Műhely bemutatója</a:t>
            </a:r>
          </a:p>
        </p:txBody>
      </p:sp>
    </p:spTree>
    <p:extLst>
      <p:ext uri="{BB962C8B-B14F-4D97-AF65-F5344CB8AC3E}">
        <p14:creationId xmlns:p14="http://schemas.microsoft.com/office/powerpoint/2010/main" val="1060653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D70C4F-5B48-1BF9-4EAB-F09729574E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Az oldal célja</a:t>
            </a:r>
          </a:p>
        </p:txBody>
      </p:sp>
    </p:spTree>
    <p:extLst>
      <p:ext uri="{BB962C8B-B14F-4D97-AF65-F5344CB8AC3E}">
        <p14:creationId xmlns:p14="http://schemas.microsoft.com/office/powerpoint/2010/main" val="3161621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8DA61B-CC06-2C9E-C613-8872030E3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Az oldal célja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D9DC67E-8251-159F-6077-BB64DC920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702966"/>
            <a:ext cx="10820400" cy="4515720"/>
          </a:xfrm>
        </p:spPr>
        <p:txBody>
          <a:bodyPr>
            <a:normAutofit/>
          </a:bodyPr>
          <a:lstStyle/>
          <a:p>
            <a:r>
              <a:rPr lang="hu-HU" dirty="0"/>
              <a:t>Az oldal célja a </a:t>
            </a:r>
            <a:r>
              <a:rPr lang="hu-HU" dirty="0">
                <a:solidFill>
                  <a:schemeClr val="accent1"/>
                </a:solidFill>
              </a:rPr>
              <a:t>könnyű</a:t>
            </a:r>
            <a:r>
              <a:rPr lang="hu-HU" dirty="0"/>
              <a:t> , felhasználó </a:t>
            </a:r>
            <a:r>
              <a:rPr lang="hu-HU" dirty="0">
                <a:solidFill>
                  <a:schemeClr val="accent1"/>
                </a:solidFill>
              </a:rPr>
              <a:t>barát</a:t>
            </a:r>
            <a:r>
              <a:rPr lang="hu-HU" dirty="0"/>
              <a:t> , </a:t>
            </a:r>
            <a:r>
              <a:rPr lang="hu-HU" dirty="0" err="1"/>
              <a:t>tunning</a:t>
            </a:r>
            <a:r>
              <a:rPr lang="hu-HU" dirty="0"/>
              <a:t> alkatrész árusítás </a:t>
            </a:r>
            <a:r>
              <a:rPr lang="hu-HU" dirty="0" err="1">
                <a:solidFill>
                  <a:schemeClr val="accent1"/>
                </a:solidFill>
              </a:rPr>
              <a:t>legexpeditívebb</a:t>
            </a:r>
            <a:r>
              <a:rPr lang="hu-HU" dirty="0"/>
              <a:t> formájának megvalósítása. </a:t>
            </a:r>
            <a:r>
              <a:rPr lang="hu-HU" dirty="0" err="1"/>
              <a:t>Ehez</a:t>
            </a:r>
            <a:r>
              <a:rPr lang="hu-HU" dirty="0"/>
              <a:t> hozzá járul azoldalon található alábbi funkciók:</a:t>
            </a:r>
          </a:p>
          <a:p>
            <a:pPr lvl="1"/>
            <a:r>
              <a:rPr lang="hu-HU" dirty="0">
                <a:solidFill>
                  <a:schemeClr val="accent1"/>
                </a:solidFill>
              </a:rPr>
              <a:t>Hírek fül</a:t>
            </a:r>
          </a:p>
          <a:p>
            <a:pPr lvl="1"/>
            <a:r>
              <a:rPr lang="hu-HU" dirty="0">
                <a:solidFill>
                  <a:schemeClr val="accent1"/>
                </a:solidFill>
              </a:rPr>
              <a:t>Beállítások fül</a:t>
            </a:r>
          </a:p>
          <a:p>
            <a:pPr lvl="1"/>
            <a:r>
              <a:rPr lang="hu-HU" dirty="0">
                <a:solidFill>
                  <a:schemeClr val="accent1"/>
                </a:solidFill>
              </a:rPr>
              <a:t>Autókra lebontott keresés</a:t>
            </a:r>
          </a:p>
          <a:p>
            <a:pPr lvl="1"/>
            <a:r>
              <a:rPr lang="hu-HU" dirty="0">
                <a:solidFill>
                  <a:schemeClr val="accent1"/>
                </a:solidFill>
              </a:rPr>
              <a:t>Fehér és Sötét mód</a:t>
            </a:r>
          </a:p>
          <a:p>
            <a:pPr lvl="1"/>
            <a:r>
              <a:rPr lang="hu-HU" dirty="0">
                <a:solidFill>
                  <a:schemeClr val="accent1"/>
                </a:solidFill>
              </a:rPr>
              <a:t>Felhasználói Profil</a:t>
            </a:r>
          </a:p>
          <a:p>
            <a:pPr marL="457200" lvl="1" indent="0">
              <a:buNone/>
            </a:pPr>
            <a:r>
              <a:rPr lang="hu-HU" dirty="0"/>
              <a:t>Ezek a fülek  gépjárműre lebontva </a:t>
            </a:r>
            <a:r>
              <a:rPr lang="hu-HU" dirty="0">
                <a:solidFill>
                  <a:schemeClr val="accent1"/>
                </a:solidFill>
              </a:rPr>
              <a:t>segítik</a:t>
            </a:r>
            <a:r>
              <a:rPr lang="hu-HU" dirty="0"/>
              <a:t> a felhasználó választását.</a:t>
            </a:r>
          </a:p>
        </p:txBody>
      </p:sp>
    </p:spTree>
    <p:extLst>
      <p:ext uri="{BB962C8B-B14F-4D97-AF65-F5344CB8AC3E}">
        <p14:creationId xmlns:p14="http://schemas.microsoft.com/office/powerpoint/2010/main" val="2534276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E0E418-2A74-92C1-F07A-844E26207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Autókra le bontott keresés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154AB6-2B47-F4BA-4109-4D3E9D0E5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48FAD63-F565-B682-FC22-846276B4E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hu-HU" dirty="0"/>
              <a:t>Az autókra bontott keresés előnyei:</a:t>
            </a:r>
          </a:p>
          <a:p>
            <a:pPr marL="800100" lvl="1" indent="-342900">
              <a:buFont typeface="+mj-lt"/>
              <a:buAutoNum type="arabicPeriod"/>
            </a:pPr>
            <a:r>
              <a:rPr lang="hu-HU" sz="2400" dirty="0">
                <a:solidFill>
                  <a:schemeClr val="accent1"/>
                </a:solidFill>
              </a:rPr>
              <a:t>Egyszerű átlátható</a:t>
            </a:r>
          </a:p>
          <a:p>
            <a:pPr marL="800100" lvl="1" indent="-342900">
              <a:buFont typeface="+mj-lt"/>
              <a:buAutoNum type="arabicPeriod"/>
            </a:pPr>
            <a:r>
              <a:rPr lang="hu-HU" sz="2400" dirty="0">
                <a:solidFill>
                  <a:schemeClr val="accent1"/>
                </a:solidFill>
              </a:rPr>
              <a:t>Specializált</a:t>
            </a:r>
          </a:p>
          <a:p>
            <a:pPr marL="800100" lvl="1" indent="-342900">
              <a:buFont typeface="+mj-lt"/>
              <a:buAutoNum type="arabicPeriod"/>
            </a:pPr>
            <a:r>
              <a:rPr lang="hu-HU" sz="2400" dirty="0">
                <a:solidFill>
                  <a:schemeClr val="accent1"/>
                </a:solidFill>
              </a:rPr>
              <a:t>Személyre szabott</a:t>
            </a:r>
          </a:p>
          <a:p>
            <a:pPr marL="800100" lvl="1" indent="-342900">
              <a:buFont typeface="+mj-lt"/>
              <a:buAutoNum type="arabicPeriod"/>
            </a:pPr>
            <a:r>
              <a:rPr lang="hu-HU" sz="2400" dirty="0">
                <a:solidFill>
                  <a:schemeClr val="accent1"/>
                </a:solidFill>
              </a:rPr>
              <a:t>Néhány kattintás – Zéró görgetés</a:t>
            </a:r>
          </a:p>
        </p:txBody>
      </p:sp>
    </p:spTree>
    <p:extLst>
      <p:ext uri="{BB962C8B-B14F-4D97-AF65-F5344CB8AC3E}">
        <p14:creationId xmlns:p14="http://schemas.microsoft.com/office/powerpoint/2010/main" val="3163941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49E7C48-974E-F723-5F50-01625547C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Hírek fül</a:t>
            </a:r>
            <a:br>
              <a:rPr lang="hu-HU" dirty="0">
                <a:solidFill>
                  <a:schemeClr val="accent1"/>
                </a:solidFill>
              </a:rPr>
            </a:br>
            <a:endParaRPr lang="hu-HU" dirty="0">
              <a:solidFill>
                <a:schemeClr val="accent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20785AB-030D-B045-2F7B-F35729ABF3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B2BF4EE-0853-8226-9339-920E6C6A83C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077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BB0108-ED54-E9FF-E1EF-D1349F0B7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Beállítások fül</a:t>
            </a:r>
            <a:br>
              <a:rPr lang="hu-HU" dirty="0">
                <a:solidFill>
                  <a:schemeClr val="accent1"/>
                </a:solidFill>
              </a:rPr>
            </a:br>
            <a:endParaRPr lang="hu-HU" dirty="0">
              <a:solidFill>
                <a:schemeClr val="accent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87370C-E623-51CE-7E85-EB482D18D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4E65788-8FAA-FF16-0121-D0DDB8E8F71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3804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AD974B5-4296-F8D0-3F72-FC9DA3F1A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Profil fül</a:t>
            </a:r>
            <a:br>
              <a:rPr lang="hu-HU" dirty="0">
                <a:solidFill>
                  <a:schemeClr val="accent1"/>
                </a:solidFill>
              </a:rPr>
            </a:br>
            <a:endParaRPr lang="hu-HU" dirty="0">
              <a:solidFill>
                <a:schemeClr val="accent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AED10A-7E65-2D3A-F7EA-0A71CD50D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60B72E3-9247-7567-FEA1-15426C4DDA2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25206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B937B65-0D16-BA89-BCC5-D439000F7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Világos/sötét mód</a:t>
            </a:r>
            <a:br>
              <a:rPr lang="hu-HU" dirty="0">
                <a:solidFill>
                  <a:schemeClr val="accent1"/>
                </a:solidFill>
              </a:rPr>
            </a:br>
            <a:endParaRPr lang="hu-HU" dirty="0">
              <a:solidFill>
                <a:schemeClr val="accent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3A24406-CE65-873D-6890-F5B2F98E5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DFE7339-2CB0-1D3F-A33A-6CED344DB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38249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396472D-776E-5817-B526-EBC366FF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kosár fül</a:t>
            </a:r>
            <a:br>
              <a:rPr lang="hu-HU" dirty="0">
                <a:solidFill>
                  <a:schemeClr val="accent1"/>
                </a:solidFill>
              </a:rPr>
            </a:br>
            <a:endParaRPr lang="hu-HU" dirty="0">
              <a:solidFill>
                <a:schemeClr val="accent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7BAAA6-9D1E-282B-DFBA-27C879BB7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EEB2B31-3A58-0674-0EF1-11A44772344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653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5C6A10-E8B9-0DCD-BCAB-208EE109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2877423"/>
          </a:xfrm>
        </p:spPr>
        <p:txBody>
          <a:bodyPr>
            <a:normAutofit/>
          </a:bodyPr>
          <a:lstStyle/>
          <a:p>
            <a:pPr algn="ctr"/>
            <a:r>
              <a:rPr lang="hu-HU" sz="8000" dirty="0">
                <a:solidFill>
                  <a:schemeClr val="accent1"/>
                </a:solidFill>
              </a:rPr>
              <a:t>Köszönjük a figyelmet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DEEC053-1868-41A4-AF72-8A457EBAA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Autofit/>
          </a:bodyPr>
          <a:lstStyle/>
          <a:p>
            <a:r>
              <a:rPr lang="hu-HU" sz="8000" dirty="0"/>
              <a:t>D-A.T.M. csapata! </a:t>
            </a:r>
            <a:r>
              <a:rPr lang="hu-HU" sz="8000" dirty="0">
                <a:sym typeface="Wingdings" panose="05000000000000000000" pitchFamily="2" charset="2"/>
              </a:rPr>
              <a:t></a:t>
            </a:r>
            <a:endParaRPr lang="hu-HU" sz="8000" dirty="0"/>
          </a:p>
        </p:txBody>
      </p:sp>
    </p:spTree>
    <p:extLst>
      <p:ext uri="{BB962C8B-B14F-4D97-AF65-F5344CB8AC3E}">
        <p14:creationId xmlns:p14="http://schemas.microsoft.com/office/powerpoint/2010/main" val="698503208"/>
      </p:ext>
    </p:extLst>
  </p:cSld>
  <p:clrMapOvr>
    <a:masterClrMapping/>
  </p:clrMapOvr>
</p:sld>
</file>

<file path=ppt/theme/theme1.xml><?xml version="1.0" encoding="utf-8"?>
<a:theme xmlns:a="http://schemas.openxmlformats.org/drawingml/2006/main" name="Kondenzcsík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{1DD35D8E-8B62-405D-B94F-C6F02A509C70}TF49310879-45c6-4d72-870a-c20bc0dca332143e7cf9-4a39f83b9319</Template>
  <TotalTime>44</TotalTime>
  <Words>115</Words>
  <Application>Microsoft Office PowerPoint</Application>
  <PresentationFormat>Szélesvásznú</PresentationFormat>
  <Paragraphs>24</Paragraphs>
  <Slides>10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4" baseType="lpstr">
      <vt:lpstr>Arial</vt:lpstr>
      <vt:lpstr>Century Gothic</vt:lpstr>
      <vt:lpstr>Monotxt_IV25</vt:lpstr>
      <vt:lpstr>Kondenzcsík</vt:lpstr>
      <vt:lpstr>D.A.T.M.</vt:lpstr>
      <vt:lpstr>Az oldal célja</vt:lpstr>
      <vt:lpstr>Az oldal célja</vt:lpstr>
      <vt:lpstr>Autókra le bontott keresés</vt:lpstr>
      <vt:lpstr>Hírek fül </vt:lpstr>
      <vt:lpstr>Beállítások fül </vt:lpstr>
      <vt:lpstr>Profil fül </vt:lpstr>
      <vt:lpstr>Világos/sötét mód </vt:lpstr>
      <vt:lpstr>kosár fül </vt:lpstr>
      <vt:lpstr>Köszönjük a figyelmet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D.A.T.M.</dc:title>
  <dc:creator>Tanulo</dc:creator>
  <cp:lastModifiedBy>Tanulo</cp:lastModifiedBy>
  <cp:revision>1</cp:revision>
  <dcterms:created xsi:type="dcterms:W3CDTF">2026-05-22T09:54:59Z</dcterms:created>
  <dcterms:modified xsi:type="dcterms:W3CDTF">2026-05-22T10:39:35Z</dcterms:modified>
</cp:coreProperties>
</file>