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5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embeddedFontLst>
    <p:embeddedFont>
      <p:font typeface="Century Gothic" panose="020B0502020202020204" pitchFamily="34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8" d="100"/>
          <a:sy n="108" d="100"/>
        </p:scale>
        <p:origin x="67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2" name="Google Shape;1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8" name="Google Shape;148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9" name="Google Shape;159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0" name="Google Shape;18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8" name="Google Shape;1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6" name="Google Shape;196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9" name="Google Shape;209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7" name="Google Shape;237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6" name="Google Shape;25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3" name="Google Shape;26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0" name="Google Shape;27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2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entury Gothic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7909561" y="4314328"/>
            <a:ext cx="2910840" cy="3746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1371600" y="4323845"/>
            <a:ext cx="6400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8077200" y="1430866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4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Névkártya">
  <p:cSld name="Névkártya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p5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dt" idx="10"/>
          </p:nvPr>
        </p:nvSpPr>
        <p:spPr>
          <a:xfrm>
            <a:off x="7814452" y="378883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5"/>
          <p:cNvSpPr txBox="1">
            <a:spLocks noGrp="1"/>
          </p:cNvSpPr>
          <p:nvPr>
            <p:ph type="ftr" idx="11"/>
          </p:nvPr>
        </p:nvSpPr>
        <p:spPr>
          <a:xfrm>
            <a:off x="685800" y="378883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5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zakaszfejléc" type="secHead">
  <p:cSld name="SECTION_HEADER"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6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6"/>
          <p:cNvSpPr txBox="1"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  <a:defRPr sz="220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>
                <a:solidFill>
                  <a:schemeClr val="lt1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6"/>
          <p:cNvSpPr txBox="1">
            <a:spLocks noGrp="1"/>
          </p:cNvSpPr>
          <p:nvPr>
            <p:ph type="ftr" idx="11"/>
          </p:nvPr>
        </p:nvSpPr>
        <p:spPr>
          <a:xfrm>
            <a:off x="685800" y="381001"/>
            <a:ext cx="6991492" cy="3640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6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7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2"/>
          </p:nvPr>
        </p:nvSpPr>
        <p:spPr>
          <a:xfrm>
            <a:off x="685800" y="3132666"/>
            <a:ext cx="5311775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body" idx="3"/>
          </p:nvPr>
        </p:nvSpPr>
        <p:spPr>
          <a:xfrm>
            <a:off x="6400800" y="2183802"/>
            <a:ext cx="5105400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sz="28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body" idx="4"/>
          </p:nvPr>
        </p:nvSpPr>
        <p:spPr>
          <a:xfrm>
            <a:off x="6172200" y="3132666"/>
            <a:ext cx="5334000" cy="30860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8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8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9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0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body" idx="1"/>
          </p:nvPr>
        </p:nvSpPr>
        <p:spPr>
          <a:xfrm>
            <a:off x="4995582" y="746759"/>
            <a:ext cx="6510618" cy="54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body" idx="2"/>
          </p:nvPr>
        </p:nvSpPr>
        <p:spPr>
          <a:xfrm>
            <a:off x="685800" y="3124199"/>
            <a:ext cx="411480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8" name="Google Shape;68;p10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1"/>
          <p:cNvSpPr txBox="1"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>
            <a:spLocks noGrp="1"/>
          </p:cNvSpPr>
          <p:nvPr>
            <p:ph type="pic" idx="2"/>
          </p:nvPr>
        </p:nvSpPr>
        <p:spPr>
          <a:xfrm>
            <a:off x="7861238" y="751241"/>
            <a:ext cx="3644962" cy="5467443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>
            <a:off x="685800" y="3124199"/>
            <a:ext cx="6873240" cy="30944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anorámakép képaláírással">
  <p:cSld name="Panorámakép képaláírással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2"/>
          <p:cNvSpPr>
            <a:spLocks noGrp="1"/>
          </p:cNvSpPr>
          <p:nvPr>
            <p:ph type="pic" idx="2"/>
          </p:nvPr>
        </p:nvSpPr>
        <p:spPr>
          <a:xfrm>
            <a:off x="681727" y="941439"/>
            <a:ext cx="10821840" cy="3478161"/>
          </a:xfrm>
          <a:prstGeom prst="rect">
            <a:avLst/>
          </a:prstGeom>
          <a:noFill/>
          <a:ln>
            <a:noFill/>
          </a:ln>
        </p:spPr>
      </p:sp>
      <p:sp>
        <p:nvSpPr>
          <p:cNvPr id="81" name="Google Shape;81;p12"/>
          <p:cNvSpPr txBox="1">
            <a:spLocks noGrp="1"/>
          </p:cNvSpPr>
          <p:nvPr>
            <p:ph type="body" idx="1"/>
          </p:nvPr>
        </p:nvSpPr>
        <p:spPr>
          <a:xfrm>
            <a:off x="685800" y="5516715"/>
            <a:ext cx="10820400" cy="7019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4" name="Google Shape;84;p12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Cím és képaláírás">
  <p:cSld name="Cím és képaláírás"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Google Shape;86;p13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3"/>
          <p:cNvSpPr txBox="1"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8" name="Google Shape;88;p13"/>
          <p:cNvSpPr txBox="1">
            <a:spLocks noGrp="1"/>
          </p:cNvSpPr>
          <p:nvPr>
            <p:ph type="body" idx="1"/>
          </p:nvPr>
        </p:nvSpPr>
        <p:spPr>
          <a:xfrm>
            <a:off x="1024467" y="3649133"/>
            <a:ext cx="10130516" cy="999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89" name="Google Shape;89;p13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0" name="Google Shape;90;p13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Idézet képaláírással">
  <p:cSld name="Idézet képaláírással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" name="Google Shape;93;p14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4"/>
          <p:cNvSpPr txBox="1"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Font typeface="Century Gothic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5" name="Google Shape;95;p14"/>
          <p:cNvSpPr txBox="1">
            <a:spLocks noGrp="1"/>
          </p:cNvSpPr>
          <p:nvPr>
            <p:ph type="body" idx="1"/>
          </p:nvPr>
        </p:nvSpPr>
        <p:spPr>
          <a:xfrm>
            <a:off x="1303865" y="3365556"/>
            <a:ext cx="9592736" cy="4444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6" name="Google Shape;96;p14"/>
          <p:cNvSpPr txBox="1">
            <a:spLocks noGrp="1"/>
          </p:cNvSpPr>
          <p:nvPr>
            <p:ph type="body" idx="2"/>
          </p:nvPr>
        </p:nvSpPr>
        <p:spPr>
          <a:xfrm>
            <a:off x="1024467" y="3959862"/>
            <a:ext cx="10151533" cy="6798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97" name="Google Shape;97;p14"/>
          <p:cNvSpPr txBox="1">
            <a:spLocks noGrp="1"/>
          </p:cNvSpPr>
          <p:nvPr>
            <p:ph type="dt" idx="10"/>
          </p:nvPr>
        </p:nvSpPr>
        <p:spPr>
          <a:xfrm>
            <a:off x="7814452" y="38100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4"/>
          <p:cNvSpPr txBox="1">
            <a:spLocks noGrp="1"/>
          </p:cNvSpPr>
          <p:nvPr>
            <p:ph type="ftr" idx="11"/>
          </p:nvPr>
        </p:nvSpPr>
        <p:spPr>
          <a:xfrm>
            <a:off x="685800" y="379941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4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  <p:sp>
        <p:nvSpPr>
          <p:cNvPr id="100" name="Google Shape;100;p14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“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Font typeface="Century Gothic"/>
              <a:buNone/>
            </a:pPr>
            <a:r>
              <a:rPr lang="hu-HU" sz="8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”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hasáb">
  <p:cSld name="3 hasáb"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5"/>
          <p:cNvSpPr txBox="1"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5"/>
          <p:cNvSpPr txBox="1"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5" name="Google Shape;105;p15"/>
          <p:cNvSpPr txBox="1">
            <a:spLocks noGrp="1"/>
          </p:cNvSpPr>
          <p:nvPr>
            <p:ph type="body" idx="2"/>
          </p:nvPr>
        </p:nvSpPr>
        <p:spPr>
          <a:xfrm>
            <a:off x="685799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6" name="Google Shape;106;p15"/>
          <p:cNvSpPr txBox="1">
            <a:spLocks noGrp="1"/>
          </p:cNvSpPr>
          <p:nvPr>
            <p:ph type="body" idx="3"/>
          </p:nvPr>
        </p:nvSpPr>
        <p:spPr>
          <a:xfrm>
            <a:off x="4368800" y="2201333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7" name="Google Shape;107;p15"/>
          <p:cNvSpPr txBox="1">
            <a:spLocks noGrp="1"/>
          </p:cNvSpPr>
          <p:nvPr>
            <p:ph type="body" idx="4"/>
          </p:nvPr>
        </p:nvSpPr>
        <p:spPr>
          <a:xfrm>
            <a:off x="4366858" y="2904067"/>
            <a:ext cx="3456432" cy="33146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08" name="Google Shape;108;p15"/>
          <p:cNvSpPr txBox="1">
            <a:spLocks noGrp="1"/>
          </p:cNvSpPr>
          <p:nvPr>
            <p:ph type="body" idx="5"/>
          </p:nvPr>
        </p:nvSpPr>
        <p:spPr>
          <a:xfrm>
            <a:off x="8051800" y="2192866"/>
            <a:ext cx="3456432" cy="6265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09" name="Google Shape;109;p15"/>
          <p:cNvSpPr txBox="1">
            <a:spLocks noGrp="1"/>
          </p:cNvSpPr>
          <p:nvPr>
            <p:ph type="body" idx="6"/>
          </p:nvPr>
        </p:nvSpPr>
        <p:spPr>
          <a:xfrm>
            <a:off x="8051801" y="2904565"/>
            <a:ext cx="3456432" cy="33141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0" name="Google Shape;110;p15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1" name="Google Shape;111;p15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2" name="Google Shape;112;p15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képhasáb">
  <p:cSld name="3 képhasáb"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5" name="Google Shape;115;p16"/>
          <p:cNvSpPr txBox="1"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6" name="Google Shape;116;p16"/>
          <p:cNvSpPr>
            <a:spLocks noGrp="1"/>
          </p:cNvSpPr>
          <p:nvPr>
            <p:ph type="pic" idx="2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17" name="Google Shape;117;p16"/>
          <p:cNvSpPr txBox="1">
            <a:spLocks noGrp="1"/>
          </p:cNvSpPr>
          <p:nvPr>
            <p:ph type="body" idx="3"/>
          </p:nvPr>
        </p:nvSpPr>
        <p:spPr>
          <a:xfrm>
            <a:off x="688618" y="4873764"/>
            <a:ext cx="3451582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18" name="Google Shape;118;p16"/>
          <p:cNvSpPr txBox="1">
            <a:spLocks noGrp="1"/>
          </p:cNvSpPr>
          <p:nvPr>
            <p:ph type="body" idx="4"/>
          </p:nvPr>
        </p:nvSpPr>
        <p:spPr>
          <a:xfrm>
            <a:off x="4374263" y="4191000"/>
            <a:ext cx="3448935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19" name="Google Shape;119;p16"/>
          <p:cNvSpPr>
            <a:spLocks noGrp="1"/>
          </p:cNvSpPr>
          <p:nvPr>
            <p:ph type="pic" idx="5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20" name="Google Shape;120;p16"/>
          <p:cNvSpPr txBox="1">
            <a:spLocks noGrp="1"/>
          </p:cNvSpPr>
          <p:nvPr>
            <p:ph type="body" idx="6"/>
          </p:nvPr>
        </p:nvSpPr>
        <p:spPr>
          <a:xfrm>
            <a:off x="4374264" y="4873763"/>
            <a:ext cx="344893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1" name="Google Shape;121;p16"/>
          <p:cNvSpPr txBox="1">
            <a:spLocks noGrp="1"/>
          </p:cNvSpPr>
          <p:nvPr>
            <p:ph type="body" idx="7"/>
          </p:nvPr>
        </p:nvSpPr>
        <p:spPr>
          <a:xfrm>
            <a:off x="8049731" y="4191000"/>
            <a:ext cx="3456469" cy="6827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 b="0">
                <a:solidFill>
                  <a:schemeClr val="lt1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122" name="Google Shape;122;p16"/>
          <p:cNvSpPr>
            <a:spLocks noGrp="1"/>
          </p:cNvSpPr>
          <p:nvPr>
            <p:ph type="pic" idx="8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noFill/>
          <a:ln>
            <a:noFill/>
          </a:ln>
          <a:effectLst>
            <a:outerShdw blurRad="50800" dist="50800" dir="5400000" algn="tl" rotWithShape="0">
              <a:srgbClr val="000000">
                <a:alpha val="43137"/>
              </a:srgbClr>
            </a:outerShdw>
          </a:effectLst>
        </p:spPr>
      </p:sp>
      <p:sp>
        <p:nvSpPr>
          <p:cNvPr id="123" name="Google Shape;123;p16"/>
          <p:cNvSpPr txBox="1">
            <a:spLocks noGrp="1"/>
          </p:cNvSpPr>
          <p:nvPr>
            <p:ph type="body" idx="9"/>
          </p:nvPr>
        </p:nvSpPr>
        <p:spPr>
          <a:xfrm>
            <a:off x="8049731" y="4873761"/>
            <a:ext cx="3452445" cy="1344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200"/>
              <a:buNone/>
              <a:defRPr sz="12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000"/>
              <a:buNone/>
              <a:defRPr sz="10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124" name="Google Shape;124;p16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16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16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9" name="Google Shape;129;p17"/>
          <p:cNvSpPr txBox="1">
            <a:spLocks noGrp="1"/>
          </p:cNvSpPr>
          <p:nvPr>
            <p:ph type="body" idx="1"/>
          </p:nvPr>
        </p:nvSpPr>
        <p:spPr>
          <a:xfrm rot="5400000">
            <a:off x="4083938" y="-1203579"/>
            <a:ext cx="4024125" cy="1082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0" name="Google Shape;130;p17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1" name="Google Shape;131;p17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2" name="Google Shape;132;p17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Függőleges cím és szöveg" type="vertTitleAndTx">
  <p:cSld name="VERTICAL_TITLE_AND_VERTICAL_TEXT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4" name="Google Shape;134;p18" descr="C0-HD-BTM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4375150"/>
            <a:ext cx="12192000" cy="248285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18"/>
          <p:cNvSpPr txBox="1">
            <a:spLocks noGrp="1"/>
          </p:cNvSpPr>
          <p:nvPr>
            <p:ph type="title"/>
          </p:nvPr>
        </p:nvSpPr>
        <p:spPr>
          <a:xfrm rot="5400000">
            <a:off x="8525934" y="1667933"/>
            <a:ext cx="3903133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18"/>
          <p:cNvSpPr txBox="1">
            <a:spLocks noGrp="1"/>
          </p:cNvSpPr>
          <p:nvPr>
            <p:ph type="body" idx="1"/>
          </p:nvPr>
        </p:nvSpPr>
        <p:spPr>
          <a:xfrm rot="5400000">
            <a:off x="3175000" y="-1405467"/>
            <a:ext cx="3903133" cy="82042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37" name="Google Shape;137;p18"/>
          <p:cNvSpPr txBox="1">
            <a:spLocks noGrp="1"/>
          </p:cNvSpPr>
          <p:nvPr>
            <p:ph type="dt" idx="10"/>
          </p:nvPr>
        </p:nvSpPr>
        <p:spPr>
          <a:xfrm>
            <a:off x="7814452" y="379941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18"/>
          <p:cNvSpPr txBox="1">
            <a:spLocks noGrp="1"/>
          </p:cNvSpPr>
          <p:nvPr>
            <p:ph type="ftr" idx="11"/>
          </p:nvPr>
        </p:nvSpPr>
        <p:spPr>
          <a:xfrm>
            <a:off x="685800" y="381000"/>
            <a:ext cx="6991492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18"/>
          <p:cNvSpPr txBox="1">
            <a:spLocks noGrp="1"/>
          </p:cNvSpPr>
          <p:nvPr>
            <p:ph type="sldNum" idx="12"/>
          </p:nvPr>
        </p:nvSpPr>
        <p:spPr>
          <a:xfrm>
            <a:off x="10862452" y="381000"/>
            <a:ext cx="64374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6;p1" descr="C0-HD-TOP.png"/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0" y="0"/>
            <a:ext cx="12192000" cy="144145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  <a:defRPr sz="4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83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Char char="•"/>
              <a:defRPr sz="22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1828800" marR="0" lvl="3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2286000" marR="0" lvl="4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2743200" marR="0" lvl="5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3200400" marR="0" lvl="6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3657600" marR="0" lvl="7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4114800" marR="0" lvl="8" indent="-3302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Arial"/>
              <a:buChar char="•"/>
              <a:defRPr sz="16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ftr" idx="11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sldNum" idx="12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marL="0" marR="0" lvl="1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marL="0" marR="0" lvl="2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marL="0" marR="0" lvl="3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marL="0" marR="0" lvl="4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marL="0" marR="0" lvl="5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marL="0" marR="0" lvl="6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marL="0" marR="0" lvl="7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marL="0" marR="0" lvl="8" indent="0" algn="r" rtl="0">
              <a:spcBef>
                <a:spcPts val="0"/>
              </a:spcBef>
              <a:buNone/>
              <a:defRPr sz="1050" b="0" i="0" u="none" strike="noStrike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9"/>
          <p:cNvSpPr txBox="1">
            <a:spLocks noGrp="1"/>
          </p:cNvSpPr>
          <p:nvPr>
            <p:ph type="ctrTitle"/>
          </p:nvPr>
        </p:nvSpPr>
        <p:spPr>
          <a:xfrm>
            <a:off x="1371600" y="1560352"/>
            <a:ext cx="7344561" cy="20681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600"/>
              <a:buFont typeface="Arial"/>
              <a:buNone/>
            </a:pPr>
            <a:r>
              <a:rPr lang="hu-HU" sz="9600" b="1" i="0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rPr>
              <a:t>D.A.T.M.</a:t>
            </a:r>
            <a:endParaRPr sz="9600">
              <a:solidFill>
                <a:schemeClr val="accen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5" name="Google Shape;145;p19"/>
          <p:cNvSpPr txBox="1"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A Dél-Alföldi Tunning Műhely bemutatója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0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6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1"/>
          <p:cNvSpPr txBox="1">
            <a:spLocks noGrp="1"/>
          </p:cNvSpPr>
          <p:nvPr>
            <p:ph type="title"/>
          </p:nvPr>
        </p:nvSpPr>
        <p:spPr>
          <a:xfrm>
            <a:off x="4186105" y="479148"/>
            <a:ext cx="4593671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000"/>
              <a:buFont typeface="Century Gothic"/>
              <a:buNone/>
            </a:pPr>
            <a:r>
              <a:rPr lang="hu-HU">
                <a:solidFill>
                  <a:schemeClr val="accent1"/>
                </a:solidFill>
              </a:rPr>
              <a:t>AZ OLDAL CÉLJA</a:t>
            </a:r>
            <a:endParaRPr/>
          </a:p>
        </p:txBody>
      </p:sp>
      <p:sp>
        <p:nvSpPr>
          <p:cNvPr id="156" name="Google Shape;156;p21"/>
          <p:cNvSpPr txBox="1">
            <a:spLocks noGrp="1"/>
          </p:cNvSpPr>
          <p:nvPr>
            <p:ph type="body" idx="1"/>
          </p:nvPr>
        </p:nvSpPr>
        <p:spPr>
          <a:xfrm>
            <a:off x="685800" y="1702966"/>
            <a:ext cx="10820400" cy="45157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Char char="•"/>
            </a:pPr>
            <a:r>
              <a:rPr lang="hu-HU"/>
              <a:t>Az oldal célja a </a:t>
            </a:r>
            <a:r>
              <a:rPr lang="hu-HU">
                <a:solidFill>
                  <a:schemeClr val="accent1"/>
                </a:solidFill>
              </a:rPr>
              <a:t>könnyű</a:t>
            </a:r>
            <a:r>
              <a:rPr lang="hu-HU"/>
              <a:t> , felhasználó </a:t>
            </a:r>
            <a:r>
              <a:rPr lang="hu-HU">
                <a:solidFill>
                  <a:schemeClr val="accent1"/>
                </a:solidFill>
              </a:rPr>
              <a:t>barát</a:t>
            </a:r>
            <a:r>
              <a:rPr lang="hu-HU"/>
              <a:t> , tunning alkatrész árusítás </a:t>
            </a:r>
            <a:r>
              <a:rPr lang="hu-HU">
                <a:solidFill>
                  <a:schemeClr val="accent1"/>
                </a:solidFill>
              </a:rPr>
              <a:t>legexpeditívebb</a:t>
            </a:r>
            <a:r>
              <a:rPr lang="hu-HU"/>
              <a:t> formájának megvalósítása. Ehez hozzá járul azoldalon található alábbi funkciók: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Tóth Mór kódjai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Bakos Dominik kódjai</a:t>
            </a:r>
            <a:endParaRPr/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•"/>
            </a:pPr>
            <a:r>
              <a:rPr lang="hu-HU">
                <a:solidFill>
                  <a:schemeClr val="accent1"/>
                </a:solidFill>
              </a:rPr>
              <a:t>Farkas Máté kódjai</a:t>
            </a:r>
            <a:endParaRPr/>
          </a:p>
          <a:p>
            <a:pPr marL="457200" lvl="1" indent="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</a:pPr>
            <a:r>
              <a:rPr lang="hu-HU"/>
              <a:t>Ezek a fülek  gépjárműre lebontva </a:t>
            </a:r>
            <a:r>
              <a:rPr lang="hu-HU">
                <a:solidFill>
                  <a:schemeClr val="accent1"/>
                </a:solidFill>
              </a:rPr>
              <a:t>segítik</a:t>
            </a:r>
            <a:r>
              <a:rPr lang="hu-HU"/>
              <a:t> a felhasználó választását.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TÓTH MÓR KÓDJAI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3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Elmosott háttérkép,</a:t>
            </a:r>
            <a:br>
              <a:rPr lang="hu-HU"/>
            </a:br>
            <a:r>
              <a:rPr lang="hu-HU"/>
              <a:t>blurry hatás</a:t>
            </a:r>
            <a:endParaRPr/>
          </a:p>
        </p:txBody>
      </p:sp>
      <p:pic>
        <p:nvPicPr>
          <p:cNvPr id="169" name="Google Shape;169;p23" title="hatte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72747" y="2057401"/>
            <a:ext cx="3765181" cy="4024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4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Kosár inicializálása és elem hozzáadása </a:t>
            </a:r>
            <a:endParaRPr/>
          </a:p>
        </p:txBody>
      </p:sp>
      <p:pic>
        <p:nvPicPr>
          <p:cNvPr id="177" name="Google Shape;177;p24" title="kosar ket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22931" y="2438400"/>
            <a:ext cx="6130500" cy="31091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25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Rendelés rögzítése és a kosár kiürítése </a:t>
            </a:r>
            <a:endParaRPr/>
          </a:p>
        </p:txBody>
      </p:sp>
      <p:pic>
        <p:nvPicPr>
          <p:cNvPr id="185" name="Google Shape;185;p25" title="kosar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20259" y="1683853"/>
            <a:ext cx="7956188" cy="44097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Alkatrészek lekérése adatbázisból </a:t>
            </a:r>
            <a:endParaRPr/>
          </a:p>
        </p:txBody>
      </p:sp>
      <p:pic>
        <p:nvPicPr>
          <p:cNvPr id="193" name="Google Shape;193;p26" title="kereses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6482" y="2344337"/>
            <a:ext cx="9946341" cy="30364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/>
              <a:t>Egyedi CSS görgetősáv </a:t>
            </a:r>
            <a:endParaRPr/>
          </a:p>
        </p:txBody>
      </p:sp>
      <p:pic>
        <p:nvPicPr>
          <p:cNvPr id="201" name="Google Shape;201;p27" title="gorget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1645" y="1670699"/>
            <a:ext cx="4437531" cy="49786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8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BAKOS DOMINIK KÓDJAI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>
            <a:spLocks noGrp="1"/>
          </p:cNvSpPr>
          <p:nvPr>
            <p:ph type="title"/>
          </p:nvPr>
        </p:nvSpPr>
        <p:spPr>
          <a:xfrm>
            <a:off x="0" y="639316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Szövegkijelölés és másolás tiltása</a:t>
            </a:r>
            <a:endParaRPr dirty="0"/>
          </a:p>
        </p:txBody>
      </p:sp>
      <p:sp>
        <p:nvSpPr>
          <p:cNvPr id="212" name="Google Shape;212;p29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13" name="Google Shape;213;p29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1192C27D-4783-4A62-99A9-C9A5F9FE7A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4679" y="2868796"/>
            <a:ext cx="4360432" cy="26756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>
            <a:spLocks noGrp="1"/>
          </p:cNvSpPr>
          <p:nvPr>
            <p:ph type="title"/>
          </p:nvPr>
        </p:nvSpPr>
        <p:spPr>
          <a:xfrm>
            <a:off x="0" y="-1"/>
            <a:ext cx="7189694" cy="2554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Videó el </a:t>
            </a:r>
            <a:r>
              <a:rPr lang="hu-HU" dirty="0" err="1"/>
              <a:t>sötétitése</a:t>
            </a:r>
            <a:endParaRPr dirty="0"/>
          </a:p>
        </p:txBody>
      </p:sp>
      <p:sp>
        <p:nvSpPr>
          <p:cNvPr id="219" name="Google Shape;219;p30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20" name="Google Shape;220;p30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765F45F6-C1E0-4601-894B-48FC0FC7E4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136288"/>
            <a:ext cx="3420035" cy="411137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1"/>
          <p:cNvSpPr txBox="1">
            <a:spLocks noGrp="1"/>
          </p:cNvSpPr>
          <p:nvPr>
            <p:ph type="title"/>
          </p:nvPr>
        </p:nvSpPr>
        <p:spPr>
          <a:xfrm>
            <a:off x="448236" y="652645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Reszponzív nézetek</a:t>
            </a:r>
            <a:endParaRPr dirty="0"/>
          </a:p>
        </p:txBody>
      </p:sp>
      <p:sp>
        <p:nvSpPr>
          <p:cNvPr id="226" name="Google Shape;226;p31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27" name="Google Shape;227;p31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0E86ED48-739A-4FA5-8089-BBE1A2C156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639317"/>
            <a:ext cx="2178424" cy="556603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2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Kép és szöveg </a:t>
            </a:r>
            <a:r>
              <a:rPr lang="hu-HU" dirty="0" err="1"/>
              <a:t>dizájnolása</a:t>
            </a:r>
            <a:endParaRPr dirty="0"/>
          </a:p>
        </p:txBody>
      </p:sp>
      <p:sp>
        <p:nvSpPr>
          <p:cNvPr id="233" name="Google Shape;233;p32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34" name="Google Shape;234;p32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/>
          </a:p>
        </p:txBody>
      </p:sp>
      <p:pic>
        <p:nvPicPr>
          <p:cNvPr id="5" name="Kép 4">
            <a:extLst>
              <a:ext uri="{FF2B5EF4-FFF2-40B4-BE49-F238E27FC236}">
                <a16:creationId xmlns:a16="http://schemas.microsoft.com/office/drawing/2014/main" id="{CB2950D6-A7CC-325D-6A15-1E645E5545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479" y="1244997"/>
            <a:ext cx="2576838" cy="519485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33"/>
          <p:cNvSpPr txBox="1">
            <a:spLocks noGrp="1"/>
          </p:cNvSpPr>
          <p:nvPr>
            <p:ph type="title"/>
          </p:nvPr>
        </p:nvSpPr>
        <p:spPr>
          <a:xfrm>
            <a:off x="0" y="783931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Világitó effektus </a:t>
            </a:r>
            <a:endParaRPr dirty="0"/>
          </a:p>
        </p:txBody>
      </p:sp>
      <p:sp>
        <p:nvSpPr>
          <p:cNvPr id="240" name="Google Shape;240;p33"/>
          <p:cNvSpPr txBox="1">
            <a:spLocks noGrp="1"/>
          </p:cNvSpPr>
          <p:nvPr>
            <p:ph type="body" idx="1"/>
          </p:nvPr>
        </p:nvSpPr>
        <p:spPr>
          <a:xfrm>
            <a:off x="6858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sp>
        <p:nvSpPr>
          <p:cNvPr id="241" name="Google Shape;241;p33"/>
          <p:cNvSpPr txBox="1">
            <a:spLocks noGrp="1"/>
          </p:cNvSpPr>
          <p:nvPr>
            <p:ph type="body" idx="2"/>
          </p:nvPr>
        </p:nvSpPr>
        <p:spPr>
          <a:xfrm>
            <a:off x="6172200" y="2194559"/>
            <a:ext cx="5334000" cy="4024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228600" lvl="0" indent="-889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None/>
            </a:pP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5B062E6A-FDB2-75FE-4549-C0ADD0376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845" y="2452644"/>
            <a:ext cx="5229955" cy="249589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4"/>
          <p:cNvSpPr txBox="1"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6000"/>
              <a:buFont typeface="Century Gothic"/>
              <a:buNone/>
            </a:pPr>
            <a:r>
              <a:rPr lang="hu-HU">
                <a:solidFill>
                  <a:srgbClr val="FF0000"/>
                </a:solidFill>
              </a:rPr>
              <a:t>FARKAS MÁTÉ KÓDJAI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35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1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8EA16518-8008-44D4-AD3E-ED8C3EDC40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326" y="3339705"/>
            <a:ext cx="11735347" cy="90358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6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2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DC242FEA-7572-4914-BD19-E8B154868D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936" y="2979906"/>
            <a:ext cx="10229348" cy="89818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7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3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E51E7C67-48AD-47A4-A692-3B6C83425D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9190" y="2453817"/>
            <a:ext cx="8364560" cy="363981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4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E6C415DE-A000-491D-92DD-458C0E769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9224" y="2800262"/>
            <a:ext cx="6351383" cy="3287773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000"/>
              <a:buFont typeface="Century Gothic"/>
              <a:buNone/>
            </a:pPr>
            <a:r>
              <a:rPr lang="hu-HU" dirty="0"/>
              <a:t>Kód 5</a:t>
            </a:r>
            <a:endParaRPr dirty="0"/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B498631E-86F5-414B-8772-A3E9A8C8A4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951217"/>
            <a:ext cx="12192000" cy="955566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40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28774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8000"/>
              <a:buFont typeface="Century Gothic"/>
              <a:buNone/>
            </a:pPr>
            <a:r>
              <a:rPr lang="hu-HU" sz="8000">
                <a:solidFill>
                  <a:schemeClr val="accent1"/>
                </a:solidFill>
              </a:rPr>
              <a:t>KÖSZÖNJÜK A FIGYELMET</a:t>
            </a:r>
            <a:endParaRPr/>
          </a:p>
        </p:txBody>
      </p:sp>
      <p:sp>
        <p:nvSpPr>
          <p:cNvPr id="287" name="Google Shape;287;p40"/>
          <p:cNvSpPr txBox="1">
            <a:spLocks noGrp="1"/>
          </p:cNvSpPr>
          <p:nvPr>
            <p:ph type="body" idx="1"/>
          </p:nvPr>
        </p:nvSpPr>
        <p:spPr>
          <a:xfrm>
            <a:off x="1024467" y="3648315"/>
            <a:ext cx="10144654" cy="99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</a:pPr>
            <a:r>
              <a:rPr lang="hu-HU" sz="8000"/>
              <a:t>D-A.T.M. csapata! ☺</a:t>
            </a:r>
            <a:endParaRPr sz="8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ondenzcsík">
  <a:themeElements>
    <a:clrScheme name="Vapor Trail">
      <a:dk1>
        <a:srgbClr val="000000"/>
      </a:dk1>
      <a:lt1>
        <a:srgbClr val="FFFFFF"/>
      </a:lt1>
      <a:dk2>
        <a:srgbClr val="454545"/>
      </a:dk2>
      <a:lt2>
        <a:srgbClr val="DADADA"/>
      </a:lt2>
      <a:accent1>
        <a:srgbClr val="DF2E28"/>
      </a:accent1>
      <a:accent2>
        <a:srgbClr val="FE801A"/>
      </a:accent2>
      <a:accent3>
        <a:srgbClr val="E9BF35"/>
      </a:accent3>
      <a:accent4>
        <a:srgbClr val="81BB42"/>
      </a:accent4>
      <a:accent5>
        <a:srgbClr val="32C7A9"/>
      </a:accent5>
      <a:accent6>
        <a:srgbClr val="4A9BDC"/>
      </a:accent6>
      <a:hlink>
        <a:srgbClr val="F0532B"/>
      </a:hlink>
      <a:folHlink>
        <a:srgbClr val="F38B53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131</Words>
  <Application>Microsoft Office PowerPoint</Application>
  <PresentationFormat>Szélesvásznú</PresentationFormat>
  <Paragraphs>29</Paragraphs>
  <Slides>22</Slides>
  <Notes>22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22</vt:i4>
      </vt:variant>
    </vt:vector>
  </HeadingPairs>
  <TitlesOfParts>
    <vt:vector size="25" baseType="lpstr">
      <vt:lpstr>Arial</vt:lpstr>
      <vt:lpstr>Century Gothic</vt:lpstr>
      <vt:lpstr>Kondenzcsík</vt:lpstr>
      <vt:lpstr>D.A.T.M.</vt:lpstr>
      <vt:lpstr>AZ OLDAL CÉLJA</vt:lpstr>
      <vt:lpstr>AZ OLDAL CÉLJA</vt:lpstr>
      <vt:lpstr>TÓTH MÓR KÓDJAI</vt:lpstr>
      <vt:lpstr>Elmosott háttérkép, blurry hatás</vt:lpstr>
      <vt:lpstr>Kosár inicializálása és elem hozzáadása </vt:lpstr>
      <vt:lpstr>Rendelés rögzítése és a kosár kiürítése </vt:lpstr>
      <vt:lpstr>Alkatrészek lekérése adatbázisból </vt:lpstr>
      <vt:lpstr>Egyedi CSS görgetősáv </vt:lpstr>
      <vt:lpstr>BAKOS DOMINIK KÓDJAI</vt:lpstr>
      <vt:lpstr>Szövegkijelölés és másolás tiltása</vt:lpstr>
      <vt:lpstr>Videó el sötétitése</vt:lpstr>
      <vt:lpstr>Reszponzív nézetek</vt:lpstr>
      <vt:lpstr>Kép és szöveg dizájnolása</vt:lpstr>
      <vt:lpstr>Világitó effektus </vt:lpstr>
      <vt:lpstr>FARKAS MÁTÉ KÓDJAI</vt:lpstr>
      <vt:lpstr>Kód 1</vt:lpstr>
      <vt:lpstr>Kód 2</vt:lpstr>
      <vt:lpstr>Kód 3</vt:lpstr>
      <vt:lpstr>Kód 4</vt:lpstr>
      <vt:lpstr>Kód 5</vt:lpstr>
      <vt:lpstr>KÖSZÖNJÜK A FIGYELMET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D.A.T.M.</dc:title>
  <dc:creator>Tanulo</dc:creator>
  <cp:lastModifiedBy>Tanulo</cp:lastModifiedBy>
  <cp:revision>8</cp:revision>
  <dcterms:modified xsi:type="dcterms:W3CDTF">2026-06-05T10:23:45Z</dcterms:modified>
</cp:coreProperties>
</file>